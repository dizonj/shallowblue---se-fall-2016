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6858000" cx="12192000"/>
  <p:notesSz cx="6858000" cy="9144000"/>
  <p:embeddedFontLst>
    <p:embeddedFont>
      <p:font typeface="Average"/>
      <p:regular r:id="rId37"/>
    </p:embeddedFont>
    <p:embeddedFont>
      <p:font typeface="Oswald"/>
      <p:regular r:id="rId38"/>
      <p:bold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tableStyles.xml><?xml version="1.0" encoding="utf-8"?>
<a:tblStyleLst xmlns:a="http://schemas.openxmlformats.org/drawingml/2006/main" xmlns:r="http://schemas.openxmlformats.org/officeDocument/2006/relationships" def="{5369B465-307C-4977-A36C-D1C37AEBC658}">
  <a:tblStyle styleId="{5369B465-307C-4977-A36C-D1C37AEBC658}" styleName="Table_0">
    <a:wholeTbl>
      <a:tcStyle>
        <a:tcBdr>
          <a:left>
            <a:ln cap="flat" cmpd="sng" w="9525">
              <a:solidFill>
                <a:srgbClr val="000000"/>
              </a:solidFill>
              <a:prstDash val="solid"/>
              <a:round/>
              <a:headEnd len="med" w="med" type="none"/>
              <a:tailEnd len="med" w="med" type="none"/>
            </a:ln>
          </a:left>
          <a:right>
            <a:ln cap="flat" cmpd="sng" w="9525">
              <a:solidFill>
                <a:srgbClr val="000000"/>
              </a:solidFill>
              <a:prstDash val="solid"/>
              <a:round/>
              <a:headEnd len="med" w="med" type="none"/>
              <a:tailEnd len="med" w="med" type="none"/>
            </a:ln>
          </a:right>
          <a:top>
            <a:ln cap="flat" cmpd="sng" w="9525">
              <a:solidFill>
                <a:srgbClr val="000000"/>
              </a:solidFill>
              <a:prstDash val="solid"/>
              <a:round/>
              <a:headEnd len="med" w="med" type="none"/>
              <a:tailEnd len="med" w="med" type="none"/>
            </a:ln>
          </a:top>
          <a:bottom>
            <a:ln cap="flat" cmpd="sng" w="9525">
              <a:solidFill>
                <a:srgbClr val="000000"/>
              </a:solidFill>
              <a:prstDash val="solid"/>
              <a:round/>
              <a:headEnd len="med" w="med" type="none"/>
              <a:tailEnd len="med" w="med" type="none"/>
            </a:ln>
          </a:bottom>
          <a:insideH>
            <a:ln cap="flat" cmpd="sng" w="9525">
              <a:solidFill>
                <a:srgbClr val="000000"/>
              </a:solidFill>
              <a:prstDash val="solid"/>
              <a:round/>
              <a:headEnd len="med" w="med" type="none"/>
              <a:tailEnd len="med" w="med" type="none"/>
            </a:ln>
          </a:insideH>
          <a:insideV>
            <a:ln cap="flat" cmpd="sng" w="9525">
              <a:solidFill>
                <a:srgbClr val="000000"/>
              </a:solidFill>
              <a:prstDash val="solid"/>
              <a:round/>
              <a:headEnd len="med" w="med" type="none"/>
              <a:tailEnd len="med" w="med" type="none"/>
            </a:ln>
          </a:insideV>
        </a:tcBdr>
      </a:tcStyle>
    </a:wholeTbl>
  </a:tblStyle>
  <a:tblStyle styleId="{FB218869-30E4-4DA2-808A-1412484BCFEF}" styleName="Table_1"/>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Average-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Oswald-bold.fntdata"/><Relationship Id="rId16" Type="http://schemas.openxmlformats.org/officeDocument/2006/relationships/slide" Target="slides/slide11.xml"/><Relationship Id="rId38" Type="http://schemas.openxmlformats.org/officeDocument/2006/relationships/font" Target="fonts/Oswald-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 name="Shape 2"/>
        <p:cNvGrpSpPr/>
        <p:nvPr/>
      </p:nvGrpSpPr>
      <p:grpSpPr>
        <a:xfrm>
          <a:off x="0" y="0"/>
          <a:ext cx="0" cy="0"/>
          <a:chOff x="0" y="0"/>
          <a:chExt cx="0" cy="0"/>
        </a:xfrm>
      </p:grpSpPr>
      <p:sp>
        <p:nvSpPr>
          <p:cNvPr id="3" name="Shape 3"/>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399" cy="4114800"/>
          </a:xfrm>
          <a:prstGeom prst="rect">
            <a:avLst/>
          </a:prstGeom>
          <a:noFill/>
          <a:ln>
            <a:noFill/>
          </a:ln>
        </p:spPr>
        <p:txBody>
          <a:bodyPr anchorCtr="0" anchor="t" bIns="91425" lIns="91425" rIns="91425" tIns="91425"/>
          <a:lstStyle>
            <a:lvl1pPr indent="0" lvl="0" marL="0" marR="0" rtl="0" algn="l">
              <a:spcBef>
                <a:spcPts val="0"/>
              </a:spcBef>
              <a:buNone/>
              <a:defRPr b="0" i="0" sz="1100" u="none" cap="none" strike="noStrike">
                <a:solidFill>
                  <a:schemeClr val="dk1"/>
                </a:solidFill>
                <a:latin typeface="Arial"/>
                <a:ea typeface="Arial"/>
                <a:cs typeface="Arial"/>
                <a:sym typeface="Arial"/>
              </a:defRPr>
            </a:lvl1pPr>
            <a:lvl2pPr indent="0" lvl="1" marL="457200" marR="0" rtl="0" algn="l">
              <a:spcBef>
                <a:spcPts val="0"/>
              </a:spcBef>
              <a:buNone/>
              <a:defRPr b="0" i="0" sz="1100" u="none" cap="none" strike="noStrike">
                <a:solidFill>
                  <a:schemeClr val="dk1"/>
                </a:solidFill>
                <a:latin typeface="Arial"/>
                <a:ea typeface="Arial"/>
                <a:cs typeface="Arial"/>
                <a:sym typeface="Arial"/>
              </a:defRPr>
            </a:lvl2pPr>
            <a:lvl3pPr indent="0" lvl="2" marL="914400" marR="0" rtl="0" algn="l">
              <a:spcBef>
                <a:spcPts val="0"/>
              </a:spcBef>
              <a:buNone/>
              <a:defRPr b="0" i="0" sz="1100" u="none" cap="none" strike="noStrike">
                <a:solidFill>
                  <a:schemeClr val="dk1"/>
                </a:solidFill>
                <a:latin typeface="Arial"/>
                <a:ea typeface="Arial"/>
                <a:cs typeface="Arial"/>
                <a:sym typeface="Arial"/>
              </a:defRPr>
            </a:lvl3pPr>
            <a:lvl4pPr indent="0" lvl="3" marL="1371600" marR="0" rtl="0" algn="l">
              <a:spcBef>
                <a:spcPts val="0"/>
              </a:spcBef>
              <a:buNone/>
              <a:defRPr b="0" i="0" sz="1100" u="none" cap="none" strike="noStrike">
                <a:solidFill>
                  <a:schemeClr val="dk1"/>
                </a:solidFill>
                <a:latin typeface="Arial"/>
                <a:ea typeface="Arial"/>
                <a:cs typeface="Arial"/>
                <a:sym typeface="Arial"/>
              </a:defRPr>
            </a:lvl4pPr>
            <a:lvl5pPr indent="0" lvl="4" marL="1828800" marR="0" rtl="0" algn="l">
              <a:spcBef>
                <a:spcPts val="0"/>
              </a:spcBef>
              <a:buNone/>
              <a:defRPr b="0" i="0" sz="1100" u="none" cap="none" strike="noStrike">
                <a:solidFill>
                  <a:schemeClr val="dk1"/>
                </a:solidFill>
                <a:latin typeface="Arial"/>
                <a:ea typeface="Arial"/>
                <a:cs typeface="Arial"/>
                <a:sym typeface="Arial"/>
              </a:defRPr>
            </a:lvl5pPr>
            <a:lvl6pPr indent="0" lvl="5" marL="2286000" marR="0" rtl="0" algn="l">
              <a:spcBef>
                <a:spcPts val="0"/>
              </a:spcBef>
              <a:buNone/>
              <a:defRPr b="0" i="0" sz="1100" u="none" cap="none" strike="noStrike">
                <a:solidFill>
                  <a:schemeClr val="dk1"/>
                </a:solidFill>
                <a:latin typeface="Arial"/>
                <a:ea typeface="Arial"/>
                <a:cs typeface="Arial"/>
                <a:sym typeface="Arial"/>
              </a:defRPr>
            </a:lvl6pPr>
            <a:lvl7pPr indent="0" lvl="6" marL="2743200" marR="0" rtl="0" algn="l">
              <a:spcBef>
                <a:spcPts val="0"/>
              </a:spcBef>
              <a:buNone/>
              <a:defRPr b="0" i="0" sz="1100" u="none" cap="none" strike="noStrike">
                <a:solidFill>
                  <a:schemeClr val="dk1"/>
                </a:solidFill>
                <a:latin typeface="Arial"/>
                <a:ea typeface="Arial"/>
                <a:cs typeface="Arial"/>
                <a:sym typeface="Arial"/>
              </a:defRPr>
            </a:lvl7pPr>
            <a:lvl8pPr indent="0" lvl="7" marL="3200400" marR="0" rtl="0" algn="l">
              <a:spcBef>
                <a:spcPts val="0"/>
              </a:spcBef>
              <a:buNone/>
              <a:defRPr b="0" i="0" sz="1100" u="none" cap="none" strike="noStrike">
                <a:solidFill>
                  <a:schemeClr val="dk1"/>
                </a:solidFill>
                <a:latin typeface="Arial"/>
                <a:ea typeface="Arial"/>
                <a:cs typeface="Arial"/>
                <a:sym typeface="Arial"/>
              </a:defRPr>
            </a:lvl8pPr>
            <a:lvl9pPr indent="0" lvl="8" marL="3657600" marR="0" rtl="0" algn="l">
              <a:spcBef>
                <a:spcPts val="0"/>
              </a:spcBef>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1" name="Shape 61"/>
        <p:cNvGrpSpPr/>
        <p:nvPr/>
      </p:nvGrpSpPr>
      <p:grpSpPr>
        <a:xfrm>
          <a:off x="0" y="0"/>
          <a:ext cx="0" cy="0"/>
          <a:chOff x="0" y="0"/>
          <a:chExt cx="0" cy="0"/>
        </a:xfrm>
      </p:grpSpPr>
      <p:sp>
        <p:nvSpPr>
          <p:cNvPr id="62" name="Shape 62"/>
          <p:cNvSpPr txBox="1"/>
          <p:nvPr>
            <p:ph idx="1" type="body"/>
          </p:nvPr>
        </p:nvSpPr>
        <p:spPr>
          <a:xfrm>
            <a:off x="685800" y="4343400"/>
            <a:ext cx="5486399" cy="4114800"/>
          </a:xfrm>
          <a:prstGeom prst="rect">
            <a:avLst/>
          </a:prstGeom>
          <a:noFill/>
          <a:ln>
            <a:noFill/>
          </a:ln>
        </p:spPr>
        <p:txBody>
          <a:bodyPr anchorCtr="0" anchor="ctr"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
        <p:nvSpPr>
          <p:cNvPr id="63" name="Shape 63"/>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7" name="Shape 67"/>
        <p:cNvGrpSpPr/>
        <p:nvPr/>
      </p:nvGrpSpPr>
      <p:grpSpPr>
        <a:xfrm>
          <a:off x="0" y="0"/>
          <a:ext cx="0" cy="0"/>
          <a:chOff x="0" y="0"/>
          <a:chExt cx="0" cy="0"/>
        </a:xfrm>
      </p:grpSpPr>
      <p:sp>
        <p:nvSpPr>
          <p:cNvPr id="68" name="Shape 68"/>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69" name="Shape 6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2" name="Shape 72"/>
        <p:cNvGrpSpPr/>
        <p:nvPr/>
      </p:nvGrpSpPr>
      <p:grpSpPr>
        <a:xfrm>
          <a:off x="0" y="0"/>
          <a:ext cx="0" cy="0"/>
          <a:chOff x="0" y="0"/>
          <a:chExt cx="0" cy="0"/>
        </a:xfrm>
      </p:grpSpPr>
      <p:sp>
        <p:nvSpPr>
          <p:cNvPr id="73" name="Shape 73"/>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74" name="Shape 74"/>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9" name="Shape 79"/>
        <p:cNvGrpSpPr/>
        <p:nvPr/>
      </p:nvGrpSpPr>
      <p:grpSpPr>
        <a:xfrm>
          <a:off x="0" y="0"/>
          <a:ext cx="0" cy="0"/>
          <a:chOff x="0" y="0"/>
          <a:chExt cx="0" cy="0"/>
        </a:xfrm>
      </p:grpSpPr>
      <p:sp>
        <p:nvSpPr>
          <p:cNvPr id="80" name="Shape 80"/>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81" name="Shape 81"/>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6" name="Shape 86"/>
        <p:cNvGrpSpPr/>
        <p:nvPr/>
      </p:nvGrpSpPr>
      <p:grpSpPr>
        <a:xfrm>
          <a:off x="0" y="0"/>
          <a:ext cx="0" cy="0"/>
          <a:chOff x="0" y="0"/>
          <a:chExt cx="0" cy="0"/>
        </a:xfrm>
      </p:grpSpPr>
      <p:sp>
        <p:nvSpPr>
          <p:cNvPr id="87" name="Shape 87"/>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88" name="Shape 88"/>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4" name="Shape 94"/>
        <p:cNvGrpSpPr/>
        <p:nvPr/>
      </p:nvGrpSpPr>
      <p:grpSpPr>
        <a:xfrm>
          <a:off x="0" y="0"/>
          <a:ext cx="0" cy="0"/>
          <a:chOff x="0" y="0"/>
          <a:chExt cx="0" cy="0"/>
        </a:xfrm>
      </p:grpSpPr>
      <p:sp>
        <p:nvSpPr>
          <p:cNvPr id="95" name="Shape 9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96" name="Shape 96"/>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2" name="Shape 102"/>
        <p:cNvGrpSpPr/>
        <p:nvPr/>
      </p:nvGrpSpPr>
      <p:grpSpPr>
        <a:xfrm>
          <a:off x="0" y="0"/>
          <a:ext cx="0" cy="0"/>
          <a:chOff x="0" y="0"/>
          <a:chExt cx="0" cy="0"/>
        </a:xfrm>
      </p:grpSpPr>
      <p:sp>
        <p:nvSpPr>
          <p:cNvPr id="103" name="Shape 103"/>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04" name="Shape 104"/>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0" name="Shape 110"/>
        <p:cNvGrpSpPr/>
        <p:nvPr/>
      </p:nvGrpSpPr>
      <p:grpSpPr>
        <a:xfrm>
          <a:off x="0" y="0"/>
          <a:ext cx="0" cy="0"/>
          <a:chOff x="0" y="0"/>
          <a:chExt cx="0" cy="0"/>
        </a:xfrm>
      </p:grpSpPr>
      <p:sp>
        <p:nvSpPr>
          <p:cNvPr id="111" name="Shape 111"/>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12" name="Shape 112"/>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8" name="Shape 118"/>
        <p:cNvGrpSpPr/>
        <p:nvPr/>
      </p:nvGrpSpPr>
      <p:grpSpPr>
        <a:xfrm>
          <a:off x="0" y="0"/>
          <a:ext cx="0" cy="0"/>
          <a:chOff x="0" y="0"/>
          <a:chExt cx="0" cy="0"/>
        </a:xfrm>
      </p:grpSpPr>
      <p:sp>
        <p:nvSpPr>
          <p:cNvPr id="119" name="Shape 119"/>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20" name="Shape 120"/>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6" name="Shape 126"/>
        <p:cNvGrpSpPr/>
        <p:nvPr/>
      </p:nvGrpSpPr>
      <p:grpSpPr>
        <a:xfrm>
          <a:off x="0" y="0"/>
          <a:ext cx="0" cy="0"/>
          <a:chOff x="0" y="0"/>
          <a:chExt cx="0" cy="0"/>
        </a:xfrm>
      </p:grpSpPr>
      <p:sp>
        <p:nvSpPr>
          <p:cNvPr id="127" name="Shape 127"/>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28" name="Shape 128"/>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4" name="Shape 134"/>
        <p:cNvGrpSpPr/>
        <p:nvPr/>
      </p:nvGrpSpPr>
      <p:grpSpPr>
        <a:xfrm>
          <a:off x="0" y="0"/>
          <a:ext cx="0" cy="0"/>
          <a:chOff x="0" y="0"/>
          <a:chExt cx="0" cy="0"/>
        </a:xfrm>
      </p:grpSpPr>
      <p:sp>
        <p:nvSpPr>
          <p:cNvPr id="135" name="Shape 135"/>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36" name="Shape 136"/>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2" name="Shape 142"/>
        <p:cNvGrpSpPr/>
        <p:nvPr/>
      </p:nvGrpSpPr>
      <p:grpSpPr>
        <a:xfrm>
          <a:off x="0" y="0"/>
          <a:ext cx="0" cy="0"/>
          <a:chOff x="0" y="0"/>
          <a:chExt cx="0" cy="0"/>
        </a:xfrm>
      </p:grpSpPr>
      <p:sp>
        <p:nvSpPr>
          <p:cNvPr id="143" name="Shape 143"/>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44" name="Shape 144"/>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0" name="Shape 150"/>
        <p:cNvGrpSpPr/>
        <p:nvPr/>
      </p:nvGrpSpPr>
      <p:grpSpPr>
        <a:xfrm>
          <a:off x="0" y="0"/>
          <a:ext cx="0" cy="0"/>
          <a:chOff x="0" y="0"/>
          <a:chExt cx="0" cy="0"/>
        </a:xfrm>
      </p:grpSpPr>
      <p:sp>
        <p:nvSpPr>
          <p:cNvPr id="151" name="Shape 151"/>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52" name="Shape 152"/>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7" name="Shape 157"/>
        <p:cNvGrpSpPr/>
        <p:nvPr/>
      </p:nvGrpSpPr>
      <p:grpSpPr>
        <a:xfrm>
          <a:off x="0" y="0"/>
          <a:ext cx="0" cy="0"/>
          <a:chOff x="0" y="0"/>
          <a:chExt cx="0" cy="0"/>
        </a:xfrm>
      </p:grpSpPr>
      <p:sp>
        <p:nvSpPr>
          <p:cNvPr id="158" name="Shape 15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
        <p:nvSpPr>
          <p:cNvPr id="159" name="Shape 159"/>
          <p:cNvSpPr/>
          <p:nvPr>
            <p:ph idx="2" type="sldImg"/>
          </p:nvPr>
        </p:nvSpPr>
        <p:spPr>
          <a:xfrm>
            <a:off x="1143225" y="685800"/>
            <a:ext cx="4572300"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2" name="Shape 162"/>
        <p:cNvGrpSpPr/>
        <p:nvPr/>
      </p:nvGrpSpPr>
      <p:grpSpPr>
        <a:xfrm>
          <a:off x="0" y="0"/>
          <a:ext cx="0" cy="0"/>
          <a:chOff x="0" y="0"/>
          <a:chExt cx="0" cy="0"/>
        </a:xfrm>
      </p:grpSpPr>
      <p:sp>
        <p:nvSpPr>
          <p:cNvPr id="163" name="Shape 163"/>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64" name="Shape 164"/>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7" name="Shape 167"/>
        <p:cNvGrpSpPr/>
        <p:nvPr/>
      </p:nvGrpSpPr>
      <p:grpSpPr>
        <a:xfrm>
          <a:off x="0" y="0"/>
          <a:ext cx="0" cy="0"/>
          <a:chOff x="0" y="0"/>
          <a:chExt cx="0" cy="0"/>
        </a:xfrm>
      </p:grpSpPr>
      <p:sp>
        <p:nvSpPr>
          <p:cNvPr id="168" name="Shape 168"/>
          <p:cNvSpPr/>
          <p:nvPr>
            <p:ph idx="2" type="sldImg"/>
          </p:nvPr>
        </p:nvSpPr>
        <p:spPr>
          <a:xfrm>
            <a:off x="381000" y="685800"/>
            <a:ext cx="6096000"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169" name="Shape 169"/>
          <p:cNvSpPr txBox="1"/>
          <p:nvPr>
            <p:ph idx="1" type="body"/>
          </p:nvPr>
        </p:nvSpPr>
        <p:spPr>
          <a:xfrm>
            <a:off x="685800" y="4343400"/>
            <a:ext cx="5486399" cy="4114800"/>
          </a:xfrm>
          <a:prstGeom prst="rect">
            <a:avLst/>
          </a:prstGeom>
          <a:noFill/>
          <a:ln>
            <a:noFill/>
          </a:ln>
        </p:spPr>
        <p:txBody>
          <a:bodyPr anchorCtr="0" anchor="t" bIns="91425" lIns="91425" rIns="91425" tIns="91425">
            <a:noAutofit/>
          </a:bodyPr>
          <a:lstStyle/>
          <a:p>
            <a:pPr indent="0" lvl="0" marL="0" marR="0" rtl="0" algn="l">
              <a:spcBef>
                <a:spcPts val="0"/>
              </a:spcBef>
              <a:buClr>
                <a:schemeClr val="dk1"/>
              </a:buClr>
              <a:buSzPct val="25000"/>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3" name="Shape 173"/>
        <p:cNvGrpSpPr/>
        <p:nvPr/>
      </p:nvGrpSpPr>
      <p:grpSpPr>
        <a:xfrm>
          <a:off x="0" y="0"/>
          <a:ext cx="0" cy="0"/>
          <a:chOff x="0" y="0"/>
          <a:chExt cx="0" cy="0"/>
        </a:xfrm>
      </p:grpSpPr>
      <p:sp>
        <p:nvSpPr>
          <p:cNvPr id="174" name="Shape 174"/>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175" name="Shape 17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8" name="Shape 178"/>
        <p:cNvGrpSpPr/>
        <p:nvPr/>
      </p:nvGrpSpPr>
      <p:grpSpPr>
        <a:xfrm>
          <a:off x="0" y="0"/>
          <a:ext cx="0" cy="0"/>
          <a:chOff x="0" y="0"/>
          <a:chExt cx="0" cy="0"/>
        </a:xfrm>
      </p:grpSpPr>
      <p:sp>
        <p:nvSpPr>
          <p:cNvPr id="179" name="Shape 179"/>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180" name="Shape 18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4" name="Shape 184"/>
        <p:cNvGrpSpPr/>
        <p:nvPr/>
      </p:nvGrpSpPr>
      <p:grpSpPr>
        <a:xfrm>
          <a:off x="0" y="0"/>
          <a:ext cx="0" cy="0"/>
          <a:chOff x="0" y="0"/>
          <a:chExt cx="0" cy="0"/>
        </a:xfrm>
      </p:grpSpPr>
      <p:sp>
        <p:nvSpPr>
          <p:cNvPr id="185" name="Shape 185"/>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186" name="Shape 18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2" name="Shape 192"/>
        <p:cNvGrpSpPr/>
        <p:nvPr/>
      </p:nvGrpSpPr>
      <p:grpSpPr>
        <a:xfrm>
          <a:off x="0" y="0"/>
          <a:ext cx="0" cy="0"/>
          <a:chOff x="0" y="0"/>
          <a:chExt cx="0" cy="0"/>
        </a:xfrm>
      </p:grpSpPr>
      <p:sp>
        <p:nvSpPr>
          <p:cNvPr id="193" name="Shape 193"/>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194" name="Shape 19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9" name="Shape 199"/>
        <p:cNvGrpSpPr/>
        <p:nvPr/>
      </p:nvGrpSpPr>
      <p:grpSpPr>
        <a:xfrm>
          <a:off x="0" y="0"/>
          <a:ext cx="0" cy="0"/>
          <a:chOff x="0" y="0"/>
          <a:chExt cx="0" cy="0"/>
        </a:xfrm>
      </p:grpSpPr>
      <p:sp>
        <p:nvSpPr>
          <p:cNvPr id="200" name="Shape 200"/>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01" name="Shape 20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7" name="Shape 207"/>
        <p:cNvGrpSpPr/>
        <p:nvPr/>
      </p:nvGrpSpPr>
      <p:grpSpPr>
        <a:xfrm>
          <a:off x="0" y="0"/>
          <a:ext cx="0" cy="0"/>
          <a:chOff x="0" y="0"/>
          <a:chExt cx="0" cy="0"/>
        </a:xfrm>
      </p:grpSpPr>
      <p:sp>
        <p:nvSpPr>
          <p:cNvPr id="208" name="Shape 208"/>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09" name="Shape 20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3" name="Shape 213"/>
        <p:cNvGrpSpPr/>
        <p:nvPr/>
      </p:nvGrpSpPr>
      <p:grpSpPr>
        <a:xfrm>
          <a:off x="0" y="0"/>
          <a:ext cx="0" cy="0"/>
          <a:chOff x="0" y="0"/>
          <a:chExt cx="0" cy="0"/>
        </a:xfrm>
      </p:grpSpPr>
      <p:sp>
        <p:nvSpPr>
          <p:cNvPr id="214" name="Shape 214"/>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15" name="Shape 21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9" name="Shape 219"/>
        <p:cNvGrpSpPr/>
        <p:nvPr/>
      </p:nvGrpSpPr>
      <p:grpSpPr>
        <a:xfrm>
          <a:off x="0" y="0"/>
          <a:ext cx="0" cy="0"/>
          <a:chOff x="0" y="0"/>
          <a:chExt cx="0" cy="0"/>
        </a:xfrm>
      </p:grpSpPr>
      <p:sp>
        <p:nvSpPr>
          <p:cNvPr id="220" name="Shape 220"/>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21" name="Shape 221"/>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24" name="Shape 224"/>
        <p:cNvGrpSpPr/>
        <p:nvPr/>
      </p:nvGrpSpPr>
      <p:grpSpPr>
        <a:xfrm>
          <a:off x="0" y="0"/>
          <a:ext cx="0" cy="0"/>
          <a:chOff x="0" y="0"/>
          <a:chExt cx="0" cy="0"/>
        </a:xfrm>
      </p:grpSpPr>
      <p:sp>
        <p:nvSpPr>
          <p:cNvPr id="225" name="Shape 225"/>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26" name="Shape 226"/>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30" name="Shape 230"/>
        <p:cNvGrpSpPr/>
        <p:nvPr/>
      </p:nvGrpSpPr>
      <p:grpSpPr>
        <a:xfrm>
          <a:off x="0" y="0"/>
          <a:ext cx="0" cy="0"/>
          <a:chOff x="0" y="0"/>
          <a:chExt cx="0" cy="0"/>
        </a:xfrm>
      </p:grpSpPr>
      <p:sp>
        <p:nvSpPr>
          <p:cNvPr id="231" name="Shape 231"/>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32" name="Shape 232"/>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36" name="Shape 236"/>
        <p:cNvGrpSpPr/>
        <p:nvPr/>
      </p:nvGrpSpPr>
      <p:grpSpPr>
        <a:xfrm>
          <a:off x="0" y="0"/>
          <a:ext cx="0" cy="0"/>
          <a:chOff x="0" y="0"/>
          <a:chExt cx="0" cy="0"/>
        </a:xfrm>
      </p:grpSpPr>
      <p:sp>
        <p:nvSpPr>
          <p:cNvPr id="237" name="Shape 237"/>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38" name="Shape 238"/>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42" name="Shape 242"/>
        <p:cNvGrpSpPr/>
        <p:nvPr/>
      </p:nvGrpSpPr>
      <p:grpSpPr>
        <a:xfrm>
          <a:off x="0" y="0"/>
          <a:ext cx="0" cy="0"/>
          <a:chOff x="0" y="0"/>
          <a:chExt cx="0" cy="0"/>
        </a:xfrm>
      </p:grpSpPr>
      <p:sp>
        <p:nvSpPr>
          <p:cNvPr id="243" name="Shape 243"/>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44" name="Shape 244"/>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47" name="Shape 247"/>
        <p:cNvGrpSpPr/>
        <p:nvPr/>
      </p:nvGrpSpPr>
      <p:grpSpPr>
        <a:xfrm>
          <a:off x="0" y="0"/>
          <a:ext cx="0" cy="0"/>
          <a:chOff x="0" y="0"/>
          <a:chExt cx="0" cy="0"/>
        </a:xfrm>
      </p:grpSpPr>
      <p:sp>
        <p:nvSpPr>
          <p:cNvPr id="248" name="Shape 248"/>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49" name="Shape 249"/>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53" name="Shape 253"/>
        <p:cNvGrpSpPr/>
        <p:nvPr/>
      </p:nvGrpSpPr>
      <p:grpSpPr>
        <a:xfrm>
          <a:off x="0" y="0"/>
          <a:ext cx="0" cy="0"/>
          <a:chOff x="0" y="0"/>
          <a:chExt cx="0" cy="0"/>
        </a:xfrm>
      </p:grpSpPr>
      <p:sp>
        <p:nvSpPr>
          <p:cNvPr id="254" name="Shape 254"/>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55" name="Shape 255"/>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58" name="Shape 258"/>
        <p:cNvGrpSpPr/>
        <p:nvPr/>
      </p:nvGrpSpPr>
      <p:grpSpPr>
        <a:xfrm>
          <a:off x="0" y="0"/>
          <a:ext cx="0" cy="0"/>
          <a:chOff x="0" y="0"/>
          <a:chExt cx="0" cy="0"/>
        </a:xfrm>
      </p:grpSpPr>
      <p:sp>
        <p:nvSpPr>
          <p:cNvPr id="259" name="Shape 259"/>
          <p:cNvSpPr txBox="1"/>
          <p:nvPr>
            <p:ph idx="1" type="body"/>
          </p:nvPr>
        </p:nvSpPr>
        <p:spPr>
          <a:xfrm>
            <a:off x="685800" y="4343400"/>
            <a:ext cx="5486399" cy="4114800"/>
          </a:xfrm>
          <a:prstGeom prst="rect">
            <a:avLst/>
          </a:prstGeom>
        </p:spPr>
        <p:txBody>
          <a:bodyPr anchorCtr="0" anchor="t" bIns="91425" lIns="91425" rIns="91425" tIns="91425">
            <a:noAutofit/>
          </a:bodyPr>
          <a:lstStyle/>
          <a:p>
            <a:pPr lvl="0">
              <a:spcBef>
                <a:spcPts val="0"/>
              </a:spcBef>
              <a:buNone/>
            </a:pPr>
            <a:r>
              <a:t/>
            </a:r>
            <a:endParaRPr/>
          </a:p>
        </p:txBody>
      </p:sp>
      <p:sp>
        <p:nvSpPr>
          <p:cNvPr id="260" name="Shape 260"/>
          <p:cNvSpPr/>
          <p:nvPr>
            <p:ph idx="2" type="sldImg"/>
          </p:nvPr>
        </p:nvSpPr>
        <p:spPr>
          <a:xfrm>
            <a:off x="1143225" y="685800"/>
            <a:ext cx="4572225" cy="3429000"/>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secHead">
  <p:cSld name="Section header">
    <p:spTree>
      <p:nvGrpSpPr>
        <p:cNvPr id="9" name="Shape 9"/>
        <p:cNvGrpSpPr/>
        <p:nvPr/>
      </p:nvGrpSpPr>
      <p:grpSpPr>
        <a:xfrm>
          <a:off x="0" y="0"/>
          <a:ext cx="0" cy="0"/>
          <a:chOff x="0" y="0"/>
          <a:chExt cx="0" cy="0"/>
        </a:xfrm>
      </p:grpSpPr>
      <p:sp>
        <p:nvSpPr>
          <p:cNvPr id="10" name="Shape 10"/>
          <p:cNvSpPr txBox="1"/>
          <p:nvPr>
            <p:ph type="title"/>
          </p:nvPr>
        </p:nvSpPr>
        <p:spPr>
          <a:xfrm>
            <a:off x="895000" y="2855000"/>
            <a:ext cx="10469700" cy="1148099"/>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chemeClr val="dk1"/>
              </a:buClr>
              <a:buFont typeface="Oswald"/>
              <a:buNone/>
              <a:defRPr b="0" i="0" sz="4800" u="none" cap="none" strike="noStrike">
                <a:solidFill>
                  <a:schemeClr val="dk1"/>
                </a:solidFill>
                <a:latin typeface="Oswald"/>
                <a:ea typeface="Oswald"/>
                <a:cs typeface="Oswald"/>
                <a:sym typeface="Oswald"/>
              </a:defRPr>
            </a:lvl1pPr>
            <a:lvl2pPr indent="0" lvl="1" algn="ctr">
              <a:spcBef>
                <a:spcPts val="0"/>
              </a:spcBef>
              <a:buClr>
                <a:schemeClr val="dk1"/>
              </a:buClr>
              <a:buFont typeface="Oswald"/>
              <a:buNone/>
              <a:defRPr sz="4800">
                <a:solidFill>
                  <a:schemeClr val="dk1"/>
                </a:solidFill>
                <a:latin typeface="Oswald"/>
                <a:ea typeface="Oswald"/>
                <a:cs typeface="Oswald"/>
                <a:sym typeface="Oswald"/>
              </a:defRPr>
            </a:lvl2pPr>
            <a:lvl3pPr indent="0" lvl="2" algn="ctr">
              <a:spcBef>
                <a:spcPts val="0"/>
              </a:spcBef>
              <a:buClr>
                <a:schemeClr val="dk1"/>
              </a:buClr>
              <a:buFont typeface="Oswald"/>
              <a:buNone/>
              <a:defRPr sz="4800">
                <a:solidFill>
                  <a:schemeClr val="dk1"/>
                </a:solidFill>
                <a:latin typeface="Oswald"/>
                <a:ea typeface="Oswald"/>
                <a:cs typeface="Oswald"/>
                <a:sym typeface="Oswald"/>
              </a:defRPr>
            </a:lvl3pPr>
            <a:lvl4pPr indent="0" lvl="3" algn="ctr">
              <a:spcBef>
                <a:spcPts val="0"/>
              </a:spcBef>
              <a:buClr>
                <a:schemeClr val="dk1"/>
              </a:buClr>
              <a:buFont typeface="Oswald"/>
              <a:buNone/>
              <a:defRPr sz="4800">
                <a:solidFill>
                  <a:schemeClr val="dk1"/>
                </a:solidFill>
                <a:latin typeface="Oswald"/>
                <a:ea typeface="Oswald"/>
                <a:cs typeface="Oswald"/>
                <a:sym typeface="Oswald"/>
              </a:defRPr>
            </a:lvl4pPr>
            <a:lvl5pPr indent="0" lvl="4" algn="ctr">
              <a:spcBef>
                <a:spcPts val="0"/>
              </a:spcBef>
              <a:buClr>
                <a:schemeClr val="dk1"/>
              </a:buClr>
              <a:buFont typeface="Oswald"/>
              <a:buNone/>
              <a:defRPr sz="4800">
                <a:solidFill>
                  <a:schemeClr val="dk1"/>
                </a:solidFill>
                <a:latin typeface="Oswald"/>
                <a:ea typeface="Oswald"/>
                <a:cs typeface="Oswald"/>
                <a:sym typeface="Oswald"/>
              </a:defRPr>
            </a:lvl5pPr>
            <a:lvl6pPr indent="0" lvl="5" algn="ctr">
              <a:spcBef>
                <a:spcPts val="0"/>
              </a:spcBef>
              <a:buClr>
                <a:schemeClr val="dk1"/>
              </a:buClr>
              <a:buFont typeface="Oswald"/>
              <a:buNone/>
              <a:defRPr sz="4800">
                <a:solidFill>
                  <a:schemeClr val="dk1"/>
                </a:solidFill>
                <a:latin typeface="Oswald"/>
                <a:ea typeface="Oswald"/>
                <a:cs typeface="Oswald"/>
                <a:sym typeface="Oswald"/>
              </a:defRPr>
            </a:lvl6pPr>
            <a:lvl7pPr indent="0" lvl="6" algn="ctr">
              <a:spcBef>
                <a:spcPts val="0"/>
              </a:spcBef>
              <a:buClr>
                <a:schemeClr val="dk1"/>
              </a:buClr>
              <a:buFont typeface="Oswald"/>
              <a:buNone/>
              <a:defRPr sz="4800">
                <a:solidFill>
                  <a:schemeClr val="dk1"/>
                </a:solidFill>
                <a:latin typeface="Oswald"/>
                <a:ea typeface="Oswald"/>
                <a:cs typeface="Oswald"/>
                <a:sym typeface="Oswald"/>
              </a:defRPr>
            </a:lvl7pPr>
            <a:lvl8pPr indent="0" lvl="7" algn="ctr">
              <a:spcBef>
                <a:spcPts val="0"/>
              </a:spcBef>
              <a:buClr>
                <a:schemeClr val="dk1"/>
              </a:buClr>
              <a:buFont typeface="Oswald"/>
              <a:buNone/>
              <a:defRPr sz="4800">
                <a:solidFill>
                  <a:schemeClr val="dk1"/>
                </a:solidFill>
                <a:latin typeface="Oswald"/>
                <a:ea typeface="Oswald"/>
                <a:cs typeface="Oswald"/>
                <a:sym typeface="Oswald"/>
              </a:defRPr>
            </a:lvl8pPr>
            <a:lvl9pPr indent="0" lvl="8" algn="ctr">
              <a:spcBef>
                <a:spcPts val="0"/>
              </a:spcBef>
              <a:buClr>
                <a:schemeClr val="dk1"/>
              </a:buClr>
              <a:buFont typeface="Oswald"/>
              <a:buNone/>
              <a:defRPr sz="4800">
                <a:solidFill>
                  <a:schemeClr val="dk1"/>
                </a:solidFill>
                <a:latin typeface="Oswald"/>
                <a:ea typeface="Oswald"/>
                <a:cs typeface="Oswald"/>
                <a:sym typeface="Oswald"/>
              </a:defRPr>
            </a:lvl9pPr>
          </a:lstStyle>
          <a:p/>
        </p:txBody>
      </p:sp>
      <p:sp>
        <p:nvSpPr>
          <p:cNvPr id="11" name="Shape 11"/>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obj">
  <p:cSld name="Title and Content">
    <p:spTree>
      <p:nvGrpSpPr>
        <p:cNvPr id="12" name="Shape 12"/>
        <p:cNvGrpSpPr/>
        <p:nvPr/>
      </p:nvGrpSpPr>
      <p:grpSpPr>
        <a:xfrm>
          <a:off x="0" y="0"/>
          <a:ext cx="0" cy="0"/>
          <a:chOff x="0" y="0"/>
          <a:chExt cx="0" cy="0"/>
        </a:xfrm>
      </p:grpSpPr>
      <p:sp>
        <p:nvSpPr>
          <p:cNvPr id="13" name="Shape 13"/>
          <p:cNvSpPr txBox="1"/>
          <p:nvPr>
            <p:ph type="title"/>
          </p:nvPr>
        </p:nvSpPr>
        <p:spPr>
          <a:xfrm>
            <a:off x="838200" y="365125"/>
            <a:ext cx="10515599" cy="1325700"/>
          </a:xfrm>
          <a:prstGeom prst="rect">
            <a:avLst/>
          </a:prstGeom>
          <a:noFill/>
          <a:ln>
            <a:noFill/>
          </a:ln>
        </p:spPr>
        <p:txBody>
          <a:bodyPr anchorCtr="0" anchor="ctr" bIns="91425" lIns="91425" rIns="91425" tIns="91425"/>
          <a:lstStyle>
            <a:lvl1pPr indent="0" lvl="0" marL="0" marR="0" rtl="0" algn="l">
              <a:lnSpc>
                <a:spcPct val="90000"/>
              </a:lnSpc>
              <a:spcBef>
                <a:spcPts val="0"/>
              </a:spcBef>
              <a:spcAft>
                <a:spcPts val="0"/>
              </a:spcAft>
              <a:buClr>
                <a:schemeClr val="dk1"/>
              </a:buClr>
              <a:buFont typeface="Calibri"/>
              <a:buNone/>
              <a:defRPr b="0" i="0" sz="4400" u="none" cap="none" strike="noStrike">
                <a:solidFill>
                  <a:schemeClr val="dk1"/>
                </a:solidFill>
                <a:latin typeface="Calibri"/>
                <a:ea typeface="Calibri"/>
                <a:cs typeface="Calibri"/>
                <a:sym typeface="Calibri"/>
              </a:defRPr>
            </a:lvl1pPr>
            <a:lvl2pPr indent="0" lvl="1" rtl="0">
              <a:spcBef>
                <a:spcPts val="0"/>
              </a:spcBef>
              <a:buClr>
                <a:schemeClr val="dk1"/>
              </a:buClr>
              <a:buFont typeface="Oswald"/>
              <a:buNone/>
              <a:defRPr sz="1800">
                <a:solidFill>
                  <a:schemeClr val="dk1"/>
                </a:solidFill>
                <a:latin typeface="Oswald"/>
                <a:ea typeface="Oswald"/>
                <a:cs typeface="Oswald"/>
                <a:sym typeface="Oswald"/>
              </a:defRPr>
            </a:lvl2pPr>
            <a:lvl3pPr indent="0" lvl="2" rtl="0">
              <a:spcBef>
                <a:spcPts val="0"/>
              </a:spcBef>
              <a:buClr>
                <a:schemeClr val="dk1"/>
              </a:buClr>
              <a:buFont typeface="Oswald"/>
              <a:buNone/>
              <a:defRPr sz="1800">
                <a:solidFill>
                  <a:schemeClr val="dk1"/>
                </a:solidFill>
                <a:latin typeface="Oswald"/>
                <a:ea typeface="Oswald"/>
                <a:cs typeface="Oswald"/>
                <a:sym typeface="Oswald"/>
              </a:defRPr>
            </a:lvl3pPr>
            <a:lvl4pPr indent="0" lvl="3" rtl="0">
              <a:spcBef>
                <a:spcPts val="0"/>
              </a:spcBef>
              <a:buClr>
                <a:schemeClr val="dk1"/>
              </a:buClr>
              <a:buFont typeface="Oswald"/>
              <a:buNone/>
              <a:defRPr sz="1800">
                <a:solidFill>
                  <a:schemeClr val="dk1"/>
                </a:solidFill>
                <a:latin typeface="Oswald"/>
                <a:ea typeface="Oswald"/>
                <a:cs typeface="Oswald"/>
                <a:sym typeface="Oswald"/>
              </a:defRPr>
            </a:lvl4pPr>
            <a:lvl5pPr indent="0" lvl="4" rtl="0">
              <a:spcBef>
                <a:spcPts val="0"/>
              </a:spcBef>
              <a:buClr>
                <a:schemeClr val="dk1"/>
              </a:buClr>
              <a:buFont typeface="Oswald"/>
              <a:buNone/>
              <a:defRPr sz="1800">
                <a:solidFill>
                  <a:schemeClr val="dk1"/>
                </a:solidFill>
                <a:latin typeface="Oswald"/>
                <a:ea typeface="Oswald"/>
                <a:cs typeface="Oswald"/>
                <a:sym typeface="Oswald"/>
              </a:defRPr>
            </a:lvl5pPr>
            <a:lvl6pPr indent="0" lvl="5" rtl="0">
              <a:spcBef>
                <a:spcPts val="0"/>
              </a:spcBef>
              <a:buClr>
                <a:schemeClr val="dk1"/>
              </a:buClr>
              <a:buFont typeface="Oswald"/>
              <a:buNone/>
              <a:defRPr sz="1800">
                <a:solidFill>
                  <a:schemeClr val="dk1"/>
                </a:solidFill>
                <a:latin typeface="Oswald"/>
                <a:ea typeface="Oswald"/>
                <a:cs typeface="Oswald"/>
                <a:sym typeface="Oswald"/>
              </a:defRPr>
            </a:lvl6pPr>
            <a:lvl7pPr indent="0" lvl="6" rtl="0">
              <a:spcBef>
                <a:spcPts val="0"/>
              </a:spcBef>
              <a:buClr>
                <a:schemeClr val="dk1"/>
              </a:buClr>
              <a:buFont typeface="Oswald"/>
              <a:buNone/>
              <a:defRPr sz="1800">
                <a:solidFill>
                  <a:schemeClr val="dk1"/>
                </a:solidFill>
                <a:latin typeface="Oswald"/>
                <a:ea typeface="Oswald"/>
                <a:cs typeface="Oswald"/>
                <a:sym typeface="Oswald"/>
              </a:defRPr>
            </a:lvl7pPr>
            <a:lvl8pPr indent="0" lvl="7" rtl="0">
              <a:spcBef>
                <a:spcPts val="0"/>
              </a:spcBef>
              <a:buClr>
                <a:schemeClr val="dk1"/>
              </a:buClr>
              <a:buFont typeface="Oswald"/>
              <a:buNone/>
              <a:defRPr sz="1800">
                <a:solidFill>
                  <a:schemeClr val="dk1"/>
                </a:solidFill>
                <a:latin typeface="Oswald"/>
                <a:ea typeface="Oswald"/>
                <a:cs typeface="Oswald"/>
                <a:sym typeface="Oswald"/>
              </a:defRPr>
            </a:lvl8pPr>
            <a:lvl9pPr indent="0" lvl="8" rtl="0">
              <a:spcBef>
                <a:spcPts val="0"/>
              </a:spcBef>
              <a:buClr>
                <a:schemeClr val="dk1"/>
              </a:buClr>
              <a:buFont typeface="Oswald"/>
              <a:buNone/>
              <a:defRPr sz="1800">
                <a:solidFill>
                  <a:schemeClr val="dk1"/>
                </a:solidFill>
                <a:latin typeface="Oswald"/>
                <a:ea typeface="Oswald"/>
                <a:cs typeface="Oswald"/>
                <a:sym typeface="Oswald"/>
              </a:defRPr>
            </a:lvl9pPr>
          </a:lstStyle>
          <a:p/>
        </p:txBody>
      </p:sp>
      <p:sp>
        <p:nvSpPr>
          <p:cNvPr id="14" name="Shape 14"/>
          <p:cNvSpPr txBox="1"/>
          <p:nvPr>
            <p:ph idx="1" type="body"/>
          </p:nvPr>
        </p:nvSpPr>
        <p:spPr>
          <a:xfrm>
            <a:off x="838200" y="1825625"/>
            <a:ext cx="10515599" cy="4351199"/>
          </a:xfrm>
          <a:prstGeom prst="rect">
            <a:avLst/>
          </a:prstGeom>
          <a:noFill/>
          <a:ln>
            <a:noFill/>
          </a:ln>
        </p:spPr>
        <p:txBody>
          <a:bodyPr anchorCtr="0" anchor="t" bIns="91425" lIns="91425" rIns="91425" tIns="91425"/>
          <a:lstStyle>
            <a:lvl1pPr indent="127000" lvl="0" marL="228600" marR="0" rtl="0" algn="l">
              <a:lnSpc>
                <a:spcPct val="90000"/>
              </a:lnSpc>
              <a:spcBef>
                <a:spcPts val="1000"/>
              </a:spcBef>
              <a:spcAft>
                <a:spcPts val="2100"/>
              </a:spcAft>
              <a:buClr>
                <a:schemeClr val="dk1"/>
              </a:buClr>
              <a:buSzPct val="100000"/>
              <a:buFont typeface="Arial"/>
              <a:buChar char="•"/>
              <a:defRPr b="0" i="0" sz="2800" u="none" cap="none" strike="noStrike">
                <a:solidFill>
                  <a:schemeClr val="dk1"/>
                </a:solidFill>
                <a:latin typeface="Calibri"/>
                <a:ea typeface="Calibri"/>
                <a:cs typeface="Calibri"/>
                <a:sym typeface="Calibri"/>
              </a:defRPr>
            </a:lvl1pPr>
            <a:lvl2pPr indent="76200" lvl="1" marL="685800" marR="0" rtl="0" algn="l">
              <a:lnSpc>
                <a:spcPct val="90000"/>
              </a:lnSpc>
              <a:spcBef>
                <a:spcPts val="500"/>
              </a:spcBef>
              <a:spcAft>
                <a:spcPts val="2100"/>
              </a:spcAft>
              <a:buClr>
                <a:schemeClr val="dk1"/>
              </a:buClr>
              <a:buSzPct val="100000"/>
              <a:buFont typeface="Arial"/>
              <a:buChar char="•"/>
              <a:defRPr b="0" i="0" sz="2400" u="none" cap="none" strike="noStrike">
                <a:solidFill>
                  <a:schemeClr val="dk1"/>
                </a:solidFill>
                <a:latin typeface="Calibri"/>
                <a:ea typeface="Calibri"/>
                <a:cs typeface="Calibri"/>
                <a:sym typeface="Calibri"/>
              </a:defRPr>
            </a:lvl2pPr>
            <a:lvl3pPr indent="25400" lvl="2" marL="1143000" marR="0" rtl="0" algn="l">
              <a:lnSpc>
                <a:spcPct val="90000"/>
              </a:lnSpc>
              <a:spcBef>
                <a:spcPts val="500"/>
              </a:spcBef>
              <a:spcAft>
                <a:spcPts val="2100"/>
              </a:spcAft>
              <a:buClr>
                <a:schemeClr val="dk1"/>
              </a:buClr>
              <a:buSzPct val="100000"/>
              <a:buFont typeface="Arial"/>
              <a:buChar char="•"/>
              <a:defRPr b="0" i="0" sz="2000" u="none" cap="none" strike="noStrike">
                <a:solidFill>
                  <a:schemeClr val="dk1"/>
                </a:solidFill>
                <a:latin typeface="Calibri"/>
                <a:ea typeface="Calibri"/>
                <a:cs typeface="Calibri"/>
                <a:sym typeface="Calibri"/>
              </a:defRPr>
            </a:lvl3pPr>
            <a:lvl4pPr indent="0" lvl="3" marL="1600200" marR="0" rtl="0" algn="l">
              <a:lnSpc>
                <a:spcPct val="90000"/>
              </a:lnSpc>
              <a:spcBef>
                <a:spcPts val="500"/>
              </a:spcBef>
              <a:spcAft>
                <a:spcPts val="2100"/>
              </a:spcAft>
              <a:buClr>
                <a:schemeClr val="dk1"/>
              </a:buClr>
              <a:buSzPct val="100000"/>
              <a:buFont typeface="Arial"/>
              <a:buChar char="•"/>
              <a:defRPr b="0" i="0" sz="1800" u="none" cap="none" strike="noStrike">
                <a:solidFill>
                  <a:schemeClr val="dk1"/>
                </a:solidFill>
                <a:latin typeface="Calibri"/>
                <a:ea typeface="Calibri"/>
                <a:cs typeface="Calibri"/>
                <a:sym typeface="Calibri"/>
              </a:defRPr>
            </a:lvl4pPr>
            <a:lvl5pPr indent="0" lvl="4" marL="2057400" marR="0" rtl="0" algn="l">
              <a:lnSpc>
                <a:spcPct val="90000"/>
              </a:lnSpc>
              <a:spcBef>
                <a:spcPts val="500"/>
              </a:spcBef>
              <a:spcAft>
                <a:spcPts val="2100"/>
              </a:spcAft>
              <a:buClr>
                <a:schemeClr val="dk1"/>
              </a:buClr>
              <a:buSzPct val="100000"/>
              <a:buFont typeface="Arial"/>
              <a:buChar char="•"/>
              <a:defRPr b="0" i="0" sz="1800" u="none" cap="none" strike="noStrike">
                <a:solidFill>
                  <a:schemeClr val="dk1"/>
                </a:solidFill>
                <a:latin typeface="Calibri"/>
                <a:ea typeface="Calibri"/>
                <a:cs typeface="Calibri"/>
                <a:sym typeface="Calibri"/>
              </a:defRPr>
            </a:lvl5pPr>
            <a:lvl6pPr indent="0" lvl="5" marL="2514600" marR="0" rtl="0" algn="l">
              <a:lnSpc>
                <a:spcPct val="90000"/>
              </a:lnSpc>
              <a:spcBef>
                <a:spcPts val="500"/>
              </a:spcBef>
              <a:spcAft>
                <a:spcPts val="2100"/>
              </a:spcAft>
              <a:buClr>
                <a:schemeClr val="dk1"/>
              </a:buClr>
              <a:buSzPct val="100000"/>
              <a:buFont typeface="Arial"/>
              <a:buChar char="•"/>
              <a:defRPr b="0" i="0" sz="1800" u="none" cap="none" strike="noStrike">
                <a:solidFill>
                  <a:schemeClr val="dk1"/>
                </a:solidFill>
                <a:latin typeface="Calibri"/>
                <a:ea typeface="Calibri"/>
                <a:cs typeface="Calibri"/>
                <a:sym typeface="Calibri"/>
              </a:defRPr>
            </a:lvl6pPr>
            <a:lvl7pPr indent="0" lvl="6" marL="2971800" marR="0" rtl="0" algn="l">
              <a:lnSpc>
                <a:spcPct val="90000"/>
              </a:lnSpc>
              <a:spcBef>
                <a:spcPts val="500"/>
              </a:spcBef>
              <a:spcAft>
                <a:spcPts val="2100"/>
              </a:spcAft>
              <a:buClr>
                <a:schemeClr val="dk1"/>
              </a:buClr>
              <a:buSzPct val="100000"/>
              <a:buFont typeface="Arial"/>
              <a:buChar char="•"/>
              <a:defRPr b="0" i="0" sz="1800" u="none" cap="none" strike="noStrike">
                <a:solidFill>
                  <a:schemeClr val="dk1"/>
                </a:solidFill>
                <a:latin typeface="Calibri"/>
                <a:ea typeface="Calibri"/>
                <a:cs typeface="Calibri"/>
                <a:sym typeface="Calibri"/>
              </a:defRPr>
            </a:lvl7pPr>
            <a:lvl8pPr indent="0" lvl="7" marL="3429000" marR="0" rtl="0" algn="l">
              <a:lnSpc>
                <a:spcPct val="90000"/>
              </a:lnSpc>
              <a:spcBef>
                <a:spcPts val="500"/>
              </a:spcBef>
              <a:spcAft>
                <a:spcPts val="2100"/>
              </a:spcAft>
              <a:buClr>
                <a:schemeClr val="dk1"/>
              </a:buClr>
              <a:buSzPct val="100000"/>
              <a:buFont typeface="Arial"/>
              <a:buChar char="•"/>
              <a:defRPr b="0" i="0" sz="1800" u="none" cap="none" strike="noStrike">
                <a:solidFill>
                  <a:schemeClr val="dk1"/>
                </a:solidFill>
                <a:latin typeface="Calibri"/>
                <a:ea typeface="Calibri"/>
                <a:cs typeface="Calibri"/>
                <a:sym typeface="Calibri"/>
              </a:defRPr>
            </a:lvl8pPr>
            <a:lvl9pPr indent="0" lvl="8" marL="3886200" marR="0" rtl="0" algn="l">
              <a:lnSpc>
                <a:spcPct val="90000"/>
              </a:lnSpc>
              <a:spcBef>
                <a:spcPts val="500"/>
              </a:spcBef>
              <a:spcAft>
                <a:spcPts val="2100"/>
              </a:spcAft>
              <a:buClr>
                <a:schemeClr val="dk1"/>
              </a:buClr>
              <a:buSzPct val="100000"/>
              <a:buFont typeface="Arial"/>
              <a:buChar char="•"/>
              <a:defRPr b="0" i="0" sz="1800" u="none" cap="none" strike="noStrike">
                <a:solidFill>
                  <a:schemeClr val="dk1"/>
                </a:solidFill>
                <a:latin typeface="Calibri"/>
                <a:ea typeface="Calibri"/>
                <a:cs typeface="Calibri"/>
                <a:sym typeface="Calibri"/>
              </a:defRPr>
            </a:lvl9pPr>
          </a:lstStyle>
          <a:p/>
        </p:txBody>
      </p:sp>
      <p:sp>
        <p:nvSpPr>
          <p:cNvPr id="15" name="Shape 15"/>
          <p:cNvSpPr txBox="1"/>
          <p:nvPr>
            <p:ph idx="10" type="dt"/>
          </p:nvPr>
        </p:nvSpPr>
        <p:spPr>
          <a:xfrm>
            <a:off x="838200" y="6356350"/>
            <a:ext cx="2743199" cy="365099"/>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rgbClr val="888888"/>
              </a:buClr>
              <a:buFont typeface="Calibri"/>
              <a:buNone/>
              <a:defRPr b="0" i="0" sz="1200" u="none" cap="none" strike="noStrike">
                <a:solidFill>
                  <a:srgbClr val="888888"/>
                </a:solidFill>
                <a:latin typeface="Calibri"/>
                <a:ea typeface="Calibri"/>
                <a:cs typeface="Calibri"/>
                <a:sym typeface="Calibri"/>
              </a:defRPr>
            </a:lvl1pPr>
            <a:lvl2pPr indent="0" lvl="1" marL="4572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6pPr>
            <a:lvl7pPr indent="0" lvl="6" marL="27432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7pPr>
            <a:lvl8pPr indent="0" lvl="7" marL="32004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8pPr>
            <a:lvl9pPr indent="0" lvl="8" marL="36576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9pPr>
          </a:lstStyle>
          <a:p/>
        </p:txBody>
      </p:sp>
      <p:sp>
        <p:nvSpPr>
          <p:cNvPr id="16" name="Shape 16"/>
          <p:cNvSpPr txBox="1"/>
          <p:nvPr>
            <p:ph idx="11" type="ftr"/>
          </p:nvPr>
        </p:nvSpPr>
        <p:spPr>
          <a:xfrm>
            <a:off x="4038600" y="6356350"/>
            <a:ext cx="4114800" cy="365099"/>
          </a:xfrm>
          <a:prstGeom prst="rect">
            <a:avLst/>
          </a:prstGeom>
          <a:noFill/>
          <a:ln>
            <a:noFill/>
          </a:ln>
        </p:spPr>
        <p:txBody>
          <a:bodyPr anchorCtr="0" anchor="ctr" bIns="91425" lIns="91425" rIns="91425" tIns="91425"/>
          <a:lstStyle>
            <a:lvl1pPr indent="0" lvl="0" marL="0" marR="0" rtl="0" algn="ctr">
              <a:lnSpc>
                <a:spcPct val="100000"/>
              </a:lnSpc>
              <a:spcBef>
                <a:spcPts val="0"/>
              </a:spcBef>
              <a:spcAft>
                <a:spcPts val="0"/>
              </a:spcAft>
              <a:buClr>
                <a:srgbClr val="888888"/>
              </a:buClr>
              <a:buFont typeface="Calibri"/>
              <a:buNone/>
              <a:defRPr b="0" i="0" sz="1200" u="none" cap="none" strike="noStrike">
                <a:solidFill>
                  <a:srgbClr val="888888"/>
                </a:solidFill>
                <a:latin typeface="Calibri"/>
                <a:ea typeface="Calibri"/>
                <a:cs typeface="Calibri"/>
                <a:sym typeface="Calibri"/>
              </a:defRPr>
            </a:lvl1pPr>
            <a:lvl2pPr indent="0" lvl="1" marL="4572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6pPr>
            <a:lvl7pPr indent="0" lvl="6" marL="27432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7pPr>
            <a:lvl8pPr indent="0" lvl="7" marL="32004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8pPr>
            <a:lvl9pPr indent="0" lvl="8" marL="3657600" marR="0" rtl="0" algn="l">
              <a:lnSpc>
                <a:spcPct val="100000"/>
              </a:lnSpc>
              <a:spcBef>
                <a:spcPts val="0"/>
              </a:spcBef>
              <a:spcAft>
                <a:spcPts val="0"/>
              </a:spcAft>
              <a:buClr>
                <a:schemeClr val="dk1"/>
              </a:buClr>
              <a:buFont typeface="Calibri"/>
              <a:buNone/>
              <a:defRPr b="0" i="0" sz="1800" u="none" cap="none" strike="noStrike">
                <a:solidFill>
                  <a:schemeClr val="dk1"/>
                </a:solidFill>
                <a:latin typeface="Calibri"/>
                <a:ea typeface="Calibri"/>
                <a:cs typeface="Calibri"/>
                <a:sym typeface="Calibri"/>
              </a:defRPr>
            </a:lvl9pPr>
          </a:lstStyle>
          <a:p/>
        </p:txBody>
      </p:sp>
      <p:sp>
        <p:nvSpPr>
          <p:cNvPr id="17" name="Shape 17"/>
          <p:cNvSpPr txBox="1"/>
          <p:nvPr>
            <p:ph idx="12" type="sldNum"/>
          </p:nvPr>
        </p:nvSpPr>
        <p:spPr>
          <a:xfrm>
            <a:off x="8610600" y="6356350"/>
            <a:ext cx="2743199" cy="365099"/>
          </a:xfrm>
          <a:prstGeom prst="rect">
            <a:avLst/>
          </a:prstGeom>
          <a:noFill/>
          <a:ln>
            <a:noFill/>
          </a:ln>
        </p:spPr>
        <p:txBody>
          <a:bodyPr anchorCtr="0" anchor="ctr" bIns="45700" lIns="91425" rIns="91425" tIns="45700">
            <a:noAutofit/>
          </a:bodyPr>
          <a:lstStyle/>
          <a:p>
            <a:pPr indent="0" lvl="0" marL="0" marR="0" rtl="0" algn="r">
              <a:lnSpc>
                <a:spcPct val="100000"/>
              </a:lnSpc>
              <a:spcBef>
                <a:spcPts val="0"/>
              </a:spcBef>
              <a:spcAft>
                <a:spcPts val="0"/>
              </a:spcAft>
              <a:buClr>
                <a:srgbClr val="888888"/>
              </a:buClr>
              <a:buSzPct val="25000"/>
              <a:buFont typeface="Calibri"/>
              <a:buNone/>
            </a:pPr>
            <a:fld id="{00000000-1234-1234-1234-123412341234}" type="slidenum">
              <a:rPr b="0" i="0" lang="en-US" sz="1200" u="none" cap="none" strike="noStrike">
                <a:solidFill>
                  <a:srgbClr val="888888"/>
                </a:solidFill>
                <a:latin typeface="Calibri"/>
                <a:ea typeface="Calibri"/>
                <a:cs typeface="Calibri"/>
                <a:sym typeface="Calibri"/>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18" name="Shape 18"/>
        <p:cNvGrpSpPr/>
        <p:nvPr/>
      </p:nvGrpSpPr>
      <p:grpSpPr>
        <a:xfrm>
          <a:off x="0" y="0"/>
          <a:ext cx="0" cy="0"/>
          <a:chOff x="0" y="0"/>
          <a:chExt cx="0" cy="0"/>
        </a:xfrm>
      </p:grpSpPr>
      <p:grpSp>
        <p:nvGrpSpPr>
          <p:cNvPr id="19" name="Shape 19"/>
          <p:cNvGrpSpPr/>
          <p:nvPr/>
        </p:nvGrpSpPr>
        <p:grpSpPr>
          <a:xfrm>
            <a:off x="5800232" y="3807169"/>
            <a:ext cx="591422" cy="140841"/>
            <a:chOff x="4137525" y="2915950"/>
            <a:chExt cx="869099" cy="206999"/>
          </a:xfrm>
        </p:grpSpPr>
        <p:sp>
          <p:nvSpPr>
            <p:cNvPr id="20" name="Shape 20"/>
            <p:cNvSpPr/>
            <p:nvPr/>
          </p:nvSpPr>
          <p:spPr>
            <a:xfrm>
              <a:off x="4468575" y="2915950"/>
              <a:ext cx="206999" cy="206999"/>
            </a:xfrm>
            <a:prstGeom prst="ellipse">
              <a:avLst/>
            </a:prstGeom>
            <a:solidFill>
              <a:schemeClr val="dk1"/>
            </a:solid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21" name="Shape 21"/>
            <p:cNvSpPr/>
            <p:nvPr/>
          </p:nvSpPr>
          <p:spPr>
            <a:xfrm>
              <a:off x="4799625" y="2915950"/>
              <a:ext cx="206999" cy="206999"/>
            </a:xfrm>
            <a:prstGeom prst="ellipse">
              <a:avLst/>
            </a:prstGeom>
            <a:solidFill>
              <a:schemeClr val="dk1"/>
            </a:solid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22" name="Shape 22"/>
            <p:cNvSpPr/>
            <p:nvPr/>
          </p:nvSpPr>
          <p:spPr>
            <a:xfrm>
              <a:off x="4137525" y="2915950"/>
              <a:ext cx="206999" cy="206999"/>
            </a:xfrm>
            <a:prstGeom prst="ellipse">
              <a:avLst/>
            </a:prstGeom>
            <a:solidFill>
              <a:schemeClr val="dk1"/>
            </a:solid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grpSp>
      <p:sp>
        <p:nvSpPr>
          <p:cNvPr id="23" name="Shape 23"/>
          <p:cNvSpPr txBox="1"/>
          <p:nvPr>
            <p:ph type="ctrTitle"/>
          </p:nvPr>
        </p:nvSpPr>
        <p:spPr>
          <a:xfrm>
            <a:off x="895009" y="1321066"/>
            <a:ext cx="10401899" cy="2306699"/>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buClr>
                <a:schemeClr val="dk1"/>
              </a:buClr>
              <a:buFont typeface="Oswald"/>
              <a:buNone/>
              <a:defRPr b="0" i="0" sz="6400" u="none" cap="none" strike="noStrike">
                <a:solidFill>
                  <a:schemeClr val="dk1"/>
                </a:solidFill>
                <a:latin typeface="Oswald"/>
                <a:ea typeface="Oswald"/>
                <a:cs typeface="Oswald"/>
                <a:sym typeface="Oswald"/>
              </a:defRPr>
            </a:lvl1pPr>
            <a:lvl2pPr indent="0" lvl="1" algn="ctr">
              <a:spcBef>
                <a:spcPts val="0"/>
              </a:spcBef>
              <a:buClr>
                <a:schemeClr val="dk1"/>
              </a:buClr>
              <a:buFont typeface="Oswald"/>
              <a:buNone/>
              <a:defRPr sz="6400">
                <a:solidFill>
                  <a:schemeClr val="dk1"/>
                </a:solidFill>
                <a:latin typeface="Oswald"/>
                <a:ea typeface="Oswald"/>
                <a:cs typeface="Oswald"/>
                <a:sym typeface="Oswald"/>
              </a:defRPr>
            </a:lvl2pPr>
            <a:lvl3pPr indent="0" lvl="2" algn="ctr">
              <a:spcBef>
                <a:spcPts val="0"/>
              </a:spcBef>
              <a:buClr>
                <a:schemeClr val="dk1"/>
              </a:buClr>
              <a:buFont typeface="Oswald"/>
              <a:buNone/>
              <a:defRPr sz="6400">
                <a:solidFill>
                  <a:schemeClr val="dk1"/>
                </a:solidFill>
                <a:latin typeface="Oswald"/>
                <a:ea typeface="Oswald"/>
                <a:cs typeface="Oswald"/>
                <a:sym typeface="Oswald"/>
              </a:defRPr>
            </a:lvl3pPr>
            <a:lvl4pPr indent="0" lvl="3" algn="ctr">
              <a:spcBef>
                <a:spcPts val="0"/>
              </a:spcBef>
              <a:buClr>
                <a:schemeClr val="dk1"/>
              </a:buClr>
              <a:buFont typeface="Oswald"/>
              <a:buNone/>
              <a:defRPr sz="6400">
                <a:solidFill>
                  <a:schemeClr val="dk1"/>
                </a:solidFill>
                <a:latin typeface="Oswald"/>
                <a:ea typeface="Oswald"/>
                <a:cs typeface="Oswald"/>
                <a:sym typeface="Oswald"/>
              </a:defRPr>
            </a:lvl4pPr>
            <a:lvl5pPr indent="0" lvl="4" algn="ctr">
              <a:spcBef>
                <a:spcPts val="0"/>
              </a:spcBef>
              <a:buClr>
                <a:schemeClr val="dk1"/>
              </a:buClr>
              <a:buFont typeface="Oswald"/>
              <a:buNone/>
              <a:defRPr sz="6400">
                <a:solidFill>
                  <a:schemeClr val="dk1"/>
                </a:solidFill>
                <a:latin typeface="Oswald"/>
                <a:ea typeface="Oswald"/>
                <a:cs typeface="Oswald"/>
                <a:sym typeface="Oswald"/>
              </a:defRPr>
            </a:lvl5pPr>
            <a:lvl6pPr indent="0" lvl="5" algn="ctr">
              <a:spcBef>
                <a:spcPts val="0"/>
              </a:spcBef>
              <a:buClr>
                <a:schemeClr val="dk1"/>
              </a:buClr>
              <a:buFont typeface="Oswald"/>
              <a:buNone/>
              <a:defRPr sz="6400">
                <a:solidFill>
                  <a:schemeClr val="dk1"/>
                </a:solidFill>
                <a:latin typeface="Oswald"/>
                <a:ea typeface="Oswald"/>
                <a:cs typeface="Oswald"/>
                <a:sym typeface="Oswald"/>
              </a:defRPr>
            </a:lvl6pPr>
            <a:lvl7pPr indent="0" lvl="6" algn="ctr">
              <a:spcBef>
                <a:spcPts val="0"/>
              </a:spcBef>
              <a:buClr>
                <a:schemeClr val="dk1"/>
              </a:buClr>
              <a:buFont typeface="Oswald"/>
              <a:buNone/>
              <a:defRPr sz="6400">
                <a:solidFill>
                  <a:schemeClr val="dk1"/>
                </a:solidFill>
                <a:latin typeface="Oswald"/>
                <a:ea typeface="Oswald"/>
                <a:cs typeface="Oswald"/>
                <a:sym typeface="Oswald"/>
              </a:defRPr>
            </a:lvl7pPr>
            <a:lvl8pPr indent="0" lvl="7" algn="ctr">
              <a:spcBef>
                <a:spcPts val="0"/>
              </a:spcBef>
              <a:buClr>
                <a:schemeClr val="dk1"/>
              </a:buClr>
              <a:buFont typeface="Oswald"/>
              <a:buNone/>
              <a:defRPr sz="6400">
                <a:solidFill>
                  <a:schemeClr val="dk1"/>
                </a:solidFill>
                <a:latin typeface="Oswald"/>
                <a:ea typeface="Oswald"/>
                <a:cs typeface="Oswald"/>
                <a:sym typeface="Oswald"/>
              </a:defRPr>
            </a:lvl8pPr>
            <a:lvl9pPr indent="0" lvl="8" algn="ctr">
              <a:spcBef>
                <a:spcPts val="0"/>
              </a:spcBef>
              <a:buClr>
                <a:schemeClr val="dk1"/>
              </a:buClr>
              <a:buFont typeface="Oswald"/>
              <a:buNone/>
              <a:defRPr sz="6400">
                <a:solidFill>
                  <a:schemeClr val="dk1"/>
                </a:solidFill>
                <a:latin typeface="Oswald"/>
                <a:ea typeface="Oswald"/>
                <a:cs typeface="Oswald"/>
                <a:sym typeface="Oswald"/>
              </a:defRPr>
            </a:lvl9pPr>
          </a:lstStyle>
          <a:p/>
        </p:txBody>
      </p:sp>
      <p:sp>
        <p:nvSpPr>
          <p:cNvPr id="24" name="Shape 24"/>
          <p:cNvSpPr txBox="1"/>
          <p:nvPr>
            <p:ph idx="1" type="subTitle"/>
          </p:nvPr>
        </p:nvSpPr>
        <p:spPr>
          <a:xfrm>
            <a:off x="895000" y="4233167"/>
            <a:ext cx="10401899" cy="1056899"/>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buClr>
                <a:schemeClr val="accent3"/>
              </a:buClr>
              <a:buFont typeface="Average"/>
              <a:buNone/>
              <a:defRPr b="0" i="0" sz="2800" u="none" cap="none" strike="noStrike">
                <a:solidFill>
                  <a:schemeClr val="accent3"/>
                </a:solidFill>
                <a:latin typeface="Average"/>
                <a:ea typeface="Average"/>
                <a:cs typeface="Average"/>
                <a:sym typeface="Average"/>
              </a:defRPr>
            </a:lvl1pPr>
            <a:lvl2pPr indent="0" lvl="1" marL="457200" marR="0" rtl="0" algn="ctr">
              <a:lnSpc>
                <a:spcPct val="100000"/>
              </a:lnSpc>
              <a:spcBef>
                <a:spcPts val="0"/>
              </a:spcBef>
              <a:spcAft>
                <a:spcPts val="0"/>
              </a:spcAft>
              <a:buClr>
                <a:schemeClr val="accent3"/>
              </a:buClr>
              <a:buFont typeface="Average"/>
              <a:buNone/>
              <a:defRPr b="0" i="0" sz="2800" u="none" cap="none" strike="noStrike">
                <a:solidFill>
                  <a:schemeClr val="accent3"/>
                </a:solidFill>
                <a:latin typeface="Average"/>
                <a:ea typeface="Average"/>
                <a:cs typeface="Average"/>
                <a:sym typeface="Average"/>
              </a:defRPr>
            </a:lvl2pPr>
            <a:lvl3pPr indent="0" lvl="2" marL="914400" marR="0" rtl="0" algn="ctr">
              <a:lnSpc>
                <a:spcPct val="100000"/>
              </a:lnSpc>
              <a:spcBef>
                <a:spcPts val="0"/>
              </a:spcBef>
              <a:spcAft>
                <a:spcPts val="0"/>
              </a:spcAft>
              <a:buClr>
                <a:schemeClr val="accent3"/>
              </a:buClr>
              <a:buFont typeface="Average"/>
              <a:buNone/>
              <a:defRPr b="0" i="0" sz="2800" u="none" cap="none" strike="noStrike">
                <a:solidFill>
                  <a:schemeClr val="accent3"/>
                </a:solidFill>
                <a:latin typeface="Average"/>
                <a:ea typeface="Average"/>
                <a:cs typeface="Average"/>
                <a:sym typeface="Average"/>
              </a:defRPr>
            </a:lvl3pPr>
            <a:lvl4pPr indent="0" lvl="3" marL="1371600" marR="0" rtl="0" algn="ctr">
              <a:lnSpc>
                <a:spcPct val="100000"/>
              </a:lnSpc>
              <a:spcBef>
                <a:spcPts val="0"/>
              </a:spcBef>
              <a:spcAft>
                <a:spcPts val="0"/>
              </a:spcAft>
              <a:buClr>
                <a:schemeClr val="accent3"/>
              </a:buClr>
              <a:buFont typeface="Average"/>
              <a:buNone/>
              <a:defRPr b="0" i="0" sz="2800" u="none" cap="none" strike="noStrike">
                <a:solidFill>
                  <a:schemeClr val="accent3"/>
                </a:solidFill>
                <a:latin typeface="Average"/>
                <a:ea typeface="Average"/>
                <a:cs typeface="Average"/>
                <a:sym typeface="Average"/>
              </a:defRPr>
            </a:lvl4pPr>
            <a:lvl5pPr indent="0" lvl="4" marL="1828800" marR="0" rtl="0" algn="ctr">
              <a:lnSpc>
                <a:spcPct val="100000"/>
              </a:lnSpc>
              <a:spcBef>
                <a:spcPts val="0"/>
              </a:spcBef>
              <a:spcAft>
                <a:spcPts val="0"/>
              </a:spcAft>
              <a:buClr>
                <a:schemeClr val="accent3"/>
              </a:buClr>
              <a:buFont typeface="Average"/>
              <a:buNone/>
              <a:defRPr b="0" i="0" sz="2800" u="none" cap="none" strike="noStrike">
                <a:solidFill>
                  <a:schemeClr val="accent3"/>
                </a:solidFill>
                <a:latin typeface="Average"/>
                <a:ea typeface="Average"/>
                <a:cs typeface="Average"/>
                <a:sym typeface="Average"/>
              </a:defRPr>
            </a:lvl5pPr>
            <a:lvl6pPr indent="0" lvl="5" marL="2286000" marR="0" rtl="0" algn="ctr">
              <a:lnSpc>
                <a:spcPct val="100000"/>
              </a:lnSpc>
              <a:spcBef>
                <a:spcPts val="0"/>
              </a:spcBef>
              <a:spcAft>
                <a:spcPts val="0"/>
              </a:spcAft>
              <a:buClr>
                <a:schemeClr val="accent3"/>
              </a:buClr>
              <a:buFont typeface="Average"/>
              <a:buNone/>
              <a:defRPr b="0" i="0" sz="2800" u="none" cap="none" strike="noStrike">
                <a:solidFill>
                  <a:schemeClr val="accent3"/>
                </a:solidFill>
                <a:latin typeface="Average"/>
                <a:ea typeface="Average"/>
                <a:cs typeface="Average"/>
                <a:sym typeface="Average"/>
              </a:defRPr>
            </a:lvl6pPr>
            <a:lvl7pPr indent="0" lvl="6" marL="2743200" marR="0" rtl="0" algn="ctr">
              <a:lnSpc>
                <a:spcPct val="100000"/>
              </a:lnSpc>
              <a:spcBef>
                <a:spcPts val="0"/>
              </a:spcBef>
              <a:spcAft>
                <a:spcPts val="0"/>
              </a:spcAft>
              <a:buClr>
                <a:schemeClr val="accent3"/>
              </a:buClr>
              <a:buFont typeface="Average"/>
              <a:buNone/>
              <a:defRPr b="0" i="0" sz="2800" u="none" cap="none" strike="noStrike">
                <a:solidFill>
                  <a:schemeClr val="accent3"/>
                </a:solidFill>
                <a:latin typeface="Average"/>
                <a:ea typeface="Average"/>
                <a:cs typeface="Average"/>
                <a:sym typeface="Average"/>
              </a:defRPr>
            </a:lvl7pPr>
            <a:lvl8pPr indent="0" lvl="7" marL="3200400" marR="0" rtl="0" algn="ctr">
              <a:lnSpc>
                <a:spcPct val="100000"/>
              </a:lnSpc>
              <a:spcBef>
                <a:spcPts val="0"/>
              </a:spcBef>
              <a:spcAft>
                <a:spcPts val="0"/>
              </a:spcAft>
              <a:buClr>
                <a:schemeClr val="accent3"/>
              </a:buClr>
              <a:buFont typeface="Average"/>
              <a:buNone/>
              <a:defRPr b="0" i="0" sz="2800" u="none" cap="none" strike="noStrike">
                <a:solidFill>
                  <a:schemeClr val="accent3"/>
                </a:solidFill>
                <a:latin typeface="Average"/>
                <a:ea typeface="Average"/>
                <a:cs typeface="Average"/>
                <a:sym typeface="Average"/>
              </a:defRPr>
            </a:lvl8pPr>
            <a:lvl9pPr indent="0" lvl="8" marL="3657600" marR="0" rtl="0" algn="ctr">
              <a:lnSpc>
                <a:spcPct val="100000"/>
              </a:lnSpc>
              <a:spcBef>
                <a:spcPts val="0"/>
              </a:spcBef>
              <a:spcAft>
                <a:spcPts val="0"/>
              </a:spcAft>
              <a:buClr>
                <a:schemeClr val="accent3"/>
              </a:buClr>
              <a:buFont typeface="Average"/>
              <a:buNone/>
              <a:defRPr b="0" i="0" sz="2800" u="none" cap="none" strike="noStrike">
                <a:solidFill>
                  <a:schemeClr val="accent3"/>
                </a:solidFill>
                <a:latin typeface="Average"/>
                <a:ea typeface="Average"/>
                <a:cs typeface="Average"/>
                <a:sym typeface="Average"/>
              </a:defRPr>
            </a:lvl9pPr>
          </a:lstStyle>
          <a:p/>
        </p:txBody>
      </p:sp>
      <p:sp>
        <p:nvSpPr>
          <p:cNvPr id="25" name="Shape 25"/>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26" name="Shape 26"/>
        <p:cNvGrpSpPr/>
        <p:nvPr/>
      </p:nvGrpSpPr>
      <p:grpSpPr>
        <a:xfrm>
          <a:off x="0" y="0"/>
          <a:ext cx="0" cy="0"/>
          <a:chOff x="0" y="0"/>
          <a:chExt cx="0" cy="0"/>
        </a:xfrm>
      </p:grpSpPr>
      <p:sp>
        <p:nvSpPr>
          <p:cNvPr id="27" name="Shape 27"/>
          <p:cNvSpPr txBox="1"/>
          <p:nvPr>
            <p:ph type="title"/>
          </p:nvPr>
        </p:nvSpPr>
        <p:spPr>
          <a:xfrm>
            <a:off x="415600" y="593366"/>
            <a:ext cx="11360700" cy="7635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Oswald"/>
              <a:buNone/>
              <a:defRPr b="0" i="0" sz="4000" u="none" cap="none" strike="noStrike">
                <a:solidFill>
                  <a:schemeClr val="dk1"/>
                </a:solidFill>
                <a:latin typeface="Oswald"/>
                <a:ea typeface="Oswald"/>
                <a:cs typeface="Oswald"/>
                <a:sym typeface="Oswald"/>
              </a:defRPr>
            </a:lvl1pPr>
            <a:lvl2pPr indent="0" lvl="1">
              <a:spcBef>
                <a:spcPts val="0"/>
              </a:spcBef>
              <a:buClr>
                <a:schemeClr val="dk1"/>
              </a:buClr>
              <a:buFont typeface="Oswald"/>
              <a:buNone/>
              <a:defRPr sz="4000">
                <a:solidFill>
                  <a:schemeClr val="dk1"/>
                </a:solidFill>
                <a:latin typeface="Oswald"/>
                <a:ea typeface="Oswald"/>
                <a:cs typeface="Oswald"/>
                <a:sym typeface="Oswald"/>
              </a:defRPr>
            </a:lvl2pPr>
            <a:lvl3pPr indent="0" lvl="2">
              <a:spcBef>
                <a:spcPts val="0"/>
              </a:spcBef>
              <a:buClr>
                <a:schemeClr val="dk1"/>
              </a:buClr>
              <a:buFont typeface="Oswald"/>
              <a:buNone/>
              <a:defRPr sz="4000">
                <a:solidFill>
                  <a:schemeClr val="dk1"/>
                </a:solidFill>
                <a:latin typeface="Oswald"/>
                <a:ea typeface="Oswald"/>
                <a:cs typeface="Oswald"/>
                <a:sym typeface="Oswald"/>
              </a:defRPr>
            </a:lvl3pPr>
            <a:lvl4pPr indent="0" lvl="3">
              <a:spcBef>
                <a:spcPts val="0"/>
              </a:spcBef>
              <a:buClr>
                <a:schemeClr val="dk1"/>
              </a:buClr>
              <a:buFont typeface="Oswald"/>
              <a:buNone/>
              <a:defRPr sz="4000">
                <a:solidFill>
                  <a:schemeClr val="dk1"/>
                </a:solidFill>
                <a:latin typeface="Oswald"/>
                <a:ea typeface="Oswald"/>
                <a:cs typeface="Oswald"/>
                <a:sym typeface="Oswald"/>
              </a:defRPr>
            </a:lvl4pPr>
            <a:lvl5pPr indent="0" lvl="4">
              <a:spcBef>
                <a:spcPts val="0"/>
              </a:spcBef>
              <a:buClr>
                <a:schemeClr val="dk1"/>
              </a:buClr>
              <a:buFont typeface="Oswald"/>
              <a:buNone/>
              <a:defRPr sz="4000">
                <a:solidFill>
                  <a:schemeClr val="dk1"/>
                </a:solidFill>
                <a:latin typeface="Oswald"/>
                <a:ea typeface="Oswald"/>
                <a:cs typeface="Oswald"/>
                <a:sym typeface="Oswald"/>
              </a:defRPr>
            </a:lvl5pPr>
            <a:lvl6pPr indent="0" lvl="5">
              <a:spcBef>
                <a:spcPts val="0"/>
              </a:spcBef>
              <a:buClr>
                <a:schemeClr val="dk1"/>
              </a:buClr>
              <a:buFont typeface="Oswald"/>
              <a:buNone/>
              <a:defRPr sz="4000">
                <a:solidFill>
                  <a:schemeClr val="dk1"/>
                </a:solidFill>
                <a:latin typeface="Oswald"/>
                <a:ea typeface="Oswald"/>
                <a:cs typeface="Oswald"/>
                <a:sym typeface="Oswald"/>
              </a:defRPr>
            </a:lvl6pPr>
            <a:lvl7pPr indent="0" lvl="6">
              <a:spcBef>
                <a:spcPts val="0"/>
              </a:spcBef>
              <a:buClr>
                <a:schemeClr val="dk1"/>
              </a:buClr>
              <a:buFont typeface="Oswald"/>
              <a:buNone/>
              <a:defRPr sz="4000">
                <a:solidFill>
                  <a:schemeClr val="dk1"/>
                </a:solidFill>
                <a:latin typeface="Oswald"/>
                <a:ea typeface="Oswald"/>
                <a:cs typeface="Oswald"/>
                <a:sym typeface="Oswald"/>
              </a:defRPr>
            </a:lvl7pPr>
            <a:lvl8pPr indent="0" lvl="7">
              <a:spcBef>
                <a:spcPts val="0"/>
              </a:spcBef>
              <a:buClr>
                <a:schemeClr val="dk1"/>
              </a:buClr>
              <a:buFont typeface="Oswald"/>
              <a:buNone/>
              <a:defRPr sz="4000">
                <a:solidFill>
                  <a:schemeClr val="dk1"/>
                </a:solidFill>
                <a:latin typeface="Oswald"/>
                <a:ea typeface="Oswald"/>
                <a:cs typeface="Oswald"/>
                <a:sym typeface="Oswald"/>
              </a:defRPr>
            </a:lvl8pPr>
            <a:lvl9pPr indent="0" lvl="8">
              <a:spcBef>
                <a:spcPts val="0"/>
              </a:spcBef>
              <a:buClr>
                <a:schemeClr val="dk1"/>
              </a:buClr>
              <a:buFont typeface="Oswald"/>
              <a:buNone/>
              <a:defRPr sz="4000">
                <a:solidFill>
                  <a:schemeClr val="dk1"/>
                </a:solidFill>
                <a:latin typeface="Oswald"/>
                <a:ea typeface="Oswald"/>
                <a:cs typeface="Oswald"/>
                <a:sym typeface="Oswald"/>
              </a:defRPr>
            </a:lvl9pPr>
          </a:lstStyle>
          <a:p/>
        </p:txBody>
      </p:sp>
      <p:sp>
        <p:nvSpPr>
          <p:cNvPr id="28" name="Shape 28"/>
          <p:cNvSpPr txBox="1"/>
          <p:nvPr>
            <p:ph idx="1" type="body"/>
          </p:nvPr>
        </p:nvSpPr>
        <p:spPr>
          <a:xfrm>
            <a:off x="415600" y="1536633"/>
            <a:ext cx="11360700" cy="4555199"/>
          </a:xfrm>
          <a:prstGeom prst="rect">
            <a:avLst/>
          </a:prstGeom>
          <a:noFill/>
          <a:ln>
            <a:noFill/>
          </a:ln>
        </p:spPr>
        <p:txBody>
          <a:bodyPr anchorCtr="0" anchor="t" bIns="91425" lIns="91425" rIns="91425" tIns="91425"/>
          <a:lstStyle>
            <a:lvl1pPr indent="0" lvl="0" marL="0" marR="0" rtl="0" algn="l">
              <a:lnSpc>
                <a:spcPct val="115000"/>
              </a:lnSpc>
              <a:spcBef>
                <a:spcPts val="0"/>
              </a:spcBef>
              <a:spcAft>
                <a:spcPts val="2100"/>
              </a:spcAft>
              <a:buClr>
                <a:schemeClr val="accent3"/>
              </a:buClr>
              <a:buFont typeface="Average"/>
              <a:buNone/>
              <a:defRPr b="0" i="0" sz="2400" u="none" cap="none" strike="noStrike">
                <a:solidFill>
                  <a:schemeClr val="accent3"/>
                </a:solidFill>
                <a:latin typeface="Average"/>
                <a:ea typeface="Average"/>
                <a:cs typeface="Average"/>
                <a:sym typeface="Average"/>
              </a:defRPr>
            </a:lvl1pPr>
            <a:lvl2pPr indent="0" lvl="1" marL="4572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2pPr>
            <a:lvl3pPr indent="0" lvl="2" marL="9144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3pPr>
            <a:lvl4pPr indent="0" lvl="3" marL="13716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4pPr>
            <a:lvl5pPr indent="0" lvl="4" marL="18288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5pPr>
            <a:lvl6pPr indent="0" lvl="5" marL="22860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6pPr>
            <a:lvl7pPr indent="0" lvl="6" marL="27432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7pPr>
            <a:lvl8pPr indent="0" lvl="7" marL="32004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8pPr>
            <a:lvl9pPr indent="0" lvl="8" marL="36576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9pPr>
          </a:lstStyle>
          <a:p/>
        </p:txBody>
      </p:sp>
      <p:sp>
        <p:nvSpPr>
          <p:cNvPr id="29" name="Shape 29"/>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30" name="Shape 30"/>
        <p:cNvGrpSpPr/>
        <p:nvPr/>
      </p:nvGrpSpPr>
      <p:grpSpPr>
        <a:xfrm>
          <a:off x="0" y="0"/>
          <a:ext cx="0" cy="0"/>
          <a:chOff x="0" y="0"/>
          <a:chExt cx="0" cy="0"/>
        </a:xfrm>
      </p:grpSpPr>
      <p:sp>
        <p:nvSpPr>
          <p:cNvPr id="31" name="Shape 31"/>
          <p:cNvSpPr txBox="1"/>
          <p:nvPr>
            <p:ph type="title"/>
          </p:nvPr>
        </p:nvSpPr>
        <p:spPr>
          <a:xfrm>
            <a:off x="415600" y="593366"/>
            <a:ext cx="11360700" cy="7635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Oswald"/>
              <a:buNone/>
              <a:defRPr b="0" i="0" sz="4000" u="none" cap="none" strike="noStrike">
                <a:solidFill>
                  <a:schemeClr val="dk1"/>
                </a:solidFill>
                <a:latin typeface="Oswald"/>
                <a:ea typeface="Oswald"/>
                <a:cs typeface="Oswald"/>
                <a:sym typeface="Oswald"/>
              </a:defRPr>
            </a:lvl1pPr>
            <a:lvl2pPr indent="0" lvl="1">
              <a:spcBef>
                <a:spcPts val="0"/>
              </a:spcBef>
              <a:buClr>
                <a:schemeClr val="dk1"/>
              </a:buClr>
              <a:buFont typeface="Oswald"/>
              <a:buNone/>
              <a:defRPr sz="4000">
                <a:solidFill>
                  <a:schemeClr val="dk1"/>
                </a:solidFill>
                <a:latin typeface="Oswald"/>
                <a:ea typeface="Oswald"/>
                <a:cs typeface="Oswald"/>
                <a:sym typeface="Oswald"/>
              </a:defRPr>
            </a:lvl2pPr>
            <a:lvl3pPr indent="0" lvl="2">
              <a:spcBef>
                <a:spcPts val="0"/>
              </a:spcBef>
              <a:buClr>
                <a:schemeClr val="dk1"/>
              </a:buClr>
              <a:buFont typeface="Oswald"/>
              <a:buNone/>
              <a:defRPr sz="4000">
                <a:solidFill>
                  <a:schemeClr val="dk1"/>
                </a:solidFill>
                <a:latin typeface="Oswald"/>
                <a:ea typeface="Oswald"/>
                <a:cs typeface="Oswald"/>
                <a:sym typeface="Oswald"/>
              </a:defRPr>
            </a:lvl3pPr>
            <a:lvl4pPr indent="0" lvl="3">
              <a:spcBef>
                <a:spcPts val="0"/>
              </a:spcBef>
              <a:buClr>
                <a:schemeClr val="dk1"/>
              </a:buClr>
              <a:buFont typeface="Oswald"/>
              <a:buNone/>
              <a:defRPr sz="4000">
                <a:solidFill>
                  <a:schemeClr val="dk1"/>
                </a:solidFill>
                <a:latin typeface="Oswald"/>
                <a:ea typeface="Oswald"/>
                <a:cs typeface="Oswald"/>
                <a:sym typeface="Oswald"/>
              </a:defRPr>
            </a:lvl4pPr>
            <a:lvl5pPr indent="0" lvl="4">
              <a:spcBef>
                <a:spcPts val="0"/>
              </a:spcBef>
              <a:buClr>
                <a:schemeClr val="dk1"/>
              </a:buClr>
              <a:buFont typeface="Oswald"/>
              <a:buNone/>
              <a:defRPr sz="4000">
                <a:solidFill>
                  <a:schemeClr val="dk1"/>
                </a:solidFill>
                <a:latin typeface="Oswald"/>
                <a:ea typeface="Oswald"/>
                <a:cs typeface="Oswald"/>
                <a:sym typeface="Oswald"/>
              </a:defRPr>
            </a:lvl5pPr>
            <a:lvl6pPr indent="0" lvl="5">
              <a:spcBef>
                <a:spcPts val="0"/>
              </a:spcBef>
              <a:buClr>
                <a:schemeClr val="dk1"/>
              </a:buClr>
              <a:buFont typeface="Oswald"/>
              <a:buNone/>
              <a:defRPr sz="4000">
                <a:solidFill>
                  <a:schemeClr val="dk1"/>
                </a:solidFill>
                <a:latin typeface="Oswald"/>
                <a:ea typeface="Oswald"/>
                <a:cs typeface="Oswald"/>
                <a:sym typeface="Oswald"/>
              </a:defRPr>
            </a:lvl6pPr>
            <a:lvl7pPr indent="0" lvl="6">
              <a:spcBef>
                <a:spcPts val="0"/>
              </a:spcBef>
              <a:buClr>
                <a:schemeClr val="dk1"/>
              </a:buClr>
              <a:buFont typeface="Oswald"/>
              <a:buNone/>
              <a:defRPr sz="4000">
                <a:solidFill>
                  <a:schemeClr val="dk1"/>
                </a:solidFill>
                <a:latin typeface="Oswald"/>
                <a:ea typeface="Oswald"/>
                <a:cs typeface="Oswald"/>
                <a:sym typeface="Oswald"/>
              </a:defRPr>
            </a:lvl7pPr>
            <a:lvl8pPr indent="0" lvl="7">
              <a:spcBef>
                <a:spcPts val="0"/>
              </a:spcBef>
              <a:buClr>
                <a:schemeClr val="dk1"/>
              </a:buClr>
              <a:buFont typeface="Oswald"/>
              <a:buNone/>
              <a:defRPr sz="4000">
                <a:solidFill>
                  <a:schemeClr val="dk1"/>
                </a:solidFill>
                <a:latin typeface="Oswald"/>
                <a:ea typeface="Oswald"/>
                <a:cs typeface="Oswald"/>
                <a:sym typeface="Oswald"/>
              </a:defRPr>
            </a:lvl8pPr>
            <a:lvl9pPr indent="0" lvl="8">
              <a:spcBef>
                <a:spcPts val="0"/>
              </a:spcBef>
              <a:buClr>
                <a:schemeClr val="dk1"/>
              </a:buClr>
              <a:buFont typeface="Oswald"/>
              <a:buNone/>
              <a:defRPr sz="4000">
                <a:solidFill>
                  <a:schemeClr val="dk1"/>
                </a:solidFill>
                <a:latin typeface="Oswald"/>
                <a:ea typeface="Oswald"/>
                <a:cs typeface="Oswald"/>
                <a:sym typeface="Oswald"/>
              </a:defRPr>
            </a:lvl9pPr>
          </a:lstStyle>
          <a:p/>
        </p:txBody>
      </p:sp>
      <p:sp>
        <p:nvSpPr>
          <p:cNvPr id="32" name="Shape 32"/>
          <p:cNvSpPr txBox="1"/>
          <p:nvPr>
            <p:ph idx="1" type="body"/>
          </p:nvPr>
        </p:nvSpPr>
        <p:spPr>
          <a:xfrm>
            <a:off x="415600" y="1536633"/>
            <a:ext cx="5333099" cy="4555199"/>
          </a:xfrm>
          <a:prstGeom prst="rect">
            <a:avLst/>
          </a:prstGeom>
          <a:noFill/>
          <a:ln>
            <a:noFill/>
          </a:ln>
        </p:spPr>
        <p:txBody>
          <a:bodyPr anchorCtr="0" anchor="t" bIns="91425" lIns="91425" rIns="91425" tIns="91425"/>
          <a:lstStyle>
            <a:lvl1pPr indent="0" lvl="0" marL="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1pPr>
            <a:lvl2pPr indent="0" lvl="1" marL="4572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2pPr>
            <a:lvl3pPr indent="0" lvl="2" marL="9144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3pPr>
            <a:lvl4pPr indent="0" lvl="3" marL="13716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4pPr>
            <a:lvl5pPr indent="0" lvl="4" marL="18288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5pPr>
            <a:lvl6pPr indent="0" lvl="5" marL="22860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6pPr>
            <a:lvl7pPr indent="0" lvl="6" marL="27432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7pPr>
            <a:lvl8pPr indent="0" lvl="7" marL="32004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8pPr>
            <a:lvl9pPr indent="0" lvl="8" marL="36576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9pPr>
          </a:lstStyle>
          <a:p/>
        </p:txBody>
      </p:sp>
      <p:sp>
        <p:nvSpPr>
          <p:cNvPr id="33" name="Shape 33"/>
          <p:cNvSpPr txBox="1"/>
          <p:nvPr>
            <p:ph idx="2" type="body"/>
          </p:nvPr>
        </p:nvSpPr>
        <p:spPr>
          <a:xfrm>
            <a:off x="6443200" y="1536633"/>
            <a:ext cx="5333099" cy="4555199"/>
          </a:xfrm>
          <a:prstGeom prst="rect">
            <a:avLst/>
          </a:prstGeom>
          <a:noFill/>
          <a:ln>
            <a:noFill/>
          </a:ln>
        </p:spPr>
        <p:txBody>
          <a:bodyPr anchorCtr="0" anchor="t" bIns="91425" lIns="91425" rIns="91425" tIns="91425"/>
          <a:lstStyle>
            <a:lvl1pPr indent="0" lvl="0" marL="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1pPr>
            <a:lvl2pPr indent="0" lvl="1" marL="4572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2pPr>
            <a:lvl3pPr indent="0" lvl="2" marL="9144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3pPr>
            <a:lvl4pPr indent="0" lvl="3" marL="13716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4pPr>
            <a:lvl5pPr indent="0" lvl="4" marL="18288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5pPr>
            <a:lvl6pPr indent="0" lvl="5" marL="22860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6pPr>
            <a:lvl7pPr indent="0" lvl="6" marL="27432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7pPr>
            <a:lvl8pPr indent="0" lvl="7" marL="32004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8pPr>
            <a:lvl9pPr indent="0" lvl="8" marL="36576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9pPr>
          </a:lstStyle>
          <a:p/>
        </p:txBody>
      </p:sp>
      <p:sp>
        <p:nvSpPr>
          <p:cNvPr id="34" name="Shape 34"/>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35" name="Shape 35"/>
        <p:cNvGrpSpPr/>
        <p:nvPr/>
      </p:nvGrpSpPr>
      <p:grpSpPr>
        <a:xfrm>
          <a:off x="0" y="0"/>
          <a:ext cx="0" cy="0"/>
          <a:chOff x="0" y="0"/>
          <a:chExt cx="0" cy="0"/>
        </a:xfrm>
      </p:grpSpPr>
      <p:sp>
        <p:nvSpPr>
          <p:cNvPr id="36" name="Shape 36"/>
          <p:cNvSpPr txBox="1"/>
          <p:nvPr>
            <p:ph type="title"/>
          </p:nvPr>
        </p:nvSpPr>
        <p:spPr>
          <a:xfrm>
            <a:off x="415600" y="593366"/>
            <a:ext cx="11360700" cy="7635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Oswald"/>
              <a:buNone/>
              <a:defRPr b="0" i="0" sz="4000" u="none" cap="none" strike="noStrike">
                <a:solidFill>
                  <a:schemeClr val="dk1"/>
                </a:solidFill>
                <a:latin typeface="Oswald"/>
                <a:ea typeface="Oswald"/>
                <a:cs typeface="Oswald"/>
                <a:sym typeface="Oswald"/>
              </a:defRPr>
            </a:lvl1pPr>
            <a:lvl2pPr indent="0" lvl="1">
              <a:spcBef>
                <a:spcPts val="0"/>
              </a:spcBef>
              <a:buClr>
                <a:schemeClr val="dk1"/>
              </a:buClr>
              <a:buFont typeface="Oswald"/>
              <a:buNone/>
              <a:defRPr sz="4000">
                <a:solidFill>
                  <a:schemeClr val="dk1"/>
                </a:solidFill>
                <a:latin typeface="Oswald"/>
                <a:ea typeface="Oswald"/>
                <a:cs typeface="Oswald"/>
                <a:sym typeface="Oswald"/>
              </a:defRPr>
            </a:lvl2pPr>
            <a:lvl3pPr indent="0" lvl="2">
              <a:spcBef>
                <a:spcPts val="0"/>
              </a:spcBef>
              <a:buClr>
                <a:schemeClr val="dk1"/>
              </a:buClr>
              <a:buFont typeface="Oswald"/>
              <a:buNone/>
              <a:defRPr sz="4000">
                <a:solidFill>
                  <a:schemeClr val="dk1"/>
                </a:solidFill>
                <a:latin typeface="Oswald"/>
                <a:ea typeface="Oswald"/>
                <a:cs typeface="Oswald"/>
                <a:sym typeface="Oswald"/>
              </a:defRPr>
            </a:lvl3pPr>
            <a:lvl4pPr indent="0" lvl="3">
              <a:spcBef>
                <a:spcPts val="0"/>
              </a:spcBef>
              <a:buClr>
                <a:schemeClr val="dk1"/>
              </a:buClr>
              <a:buFont typeface="Oswald"/>
              <a:buNone/>
              <a:defRPr sz="4000">
                <a:solidFill>
                  <a:schemeClr val="dk1"/>
                </a:solidFill>
                <a:latin typeface="Oswald"/>
                <a:ea typeface="Oswald"/>
                <a:cs typeface="Oswald"/>
                <a:sym typeface="Oswald"/>
              </a:defRPr>
            </a:lvl4pPr>
            <a:lvl5pPr indent="0" lvl="4">
              <a:spcBef>
                <a:spcPts val="0"/>
              </a:spcBef>
              <a:buClr>
                <a:schemeClr val="dk1"/>
              </a:buClr>
              <a:buFont typeface="Oswald"/>
              <a:buNone/>
              <a:defRPr sz="4000">
                <a:solidFill>
                  <a:schemeClr val="dk1"/>
                </a:solidFill>
                <a:latin typeface="Oswald"/>
                <a:ea typeface="Oswald"/>
                <a:cs typeface="Oswald"/>
                <a:sym typeface="Oswald"/>
              </a:defRPr>
            </a:lvl5pPr>
            <a:lvl6pPr indent="0" lvl="5">
              <a:spcBef>
                <a:spcPts val="0"/>
              </a:spcBef>
              <a:buClr>
                <a:schemeClr val="dk1"/>
              </a:buClr>
              <a:buFont typeface="Oswald"/>
              <a:buNone/>
              <a:defRPr sz="4000">
                <a:solidFill>
                  <a:schemeClr val="dk1"/>
                </a:solidFill>
                <a:latin typeface="Oswald"/>
                <a:ea typeface="Oswald"/>
                <a:cs typeface="Oswald"/>
                <a:sym typeface="Oswald"/>
              </a:defRPr>
            </a:lvl6pPr>
            <a:lvl7pPr indent="0" lvl="6">
              <a:spcBef>
                <a:spcPts val="0"/>
              </a:spcBef>
              <a:buClr>
                <a:schemeClr val="dk1"/>
              </a:buClr>
              <a:buFont typeface="Oswald"/>
              <a:buNone/>
              <a:defRPr sz="4000">
                <a:solidFill>
                  <a:schemeClr val="dk1"/>
                </a:solidFill>
                <a:latin typeface="Oswald"/>
                <a:ea typeface="Oswald"/>
                <a:cs typeface="Oswald"/>
                <a:sym typeface="Oswald"/>
              </a:defRPr>
            </a:lvl7pPr>
            <a:lvl8pPr indent="0" lvl="7">
              <a:spcBef>
                <a:spcPts val="0"/>
              </a:spcBef>
              <a:buClr>
                <a:schemeClr val="dk1"/>
              </a:buClr>
              <a:buFont typeface="Oswald"/>
              <a:buNone/>
              <a:defRPr sz="4000">
                <a:solidFill>
                  <a:schemeClr val="dk1"/>
                </a:solidFill>
                <a:latin typeface="Oswald"/>
                <a:ea typeface="Oswald"/>
                <a:cs typeface="Oswald"/>
                <a:sym typeface="Oswald"/>
              </a:defRPr>
            </a:lvl8pPr>
            <a:lvl9pPr indent="0" lvl="8">
              <a:spcBef>
                <a:spcPts val="0"/>
              </a:spcBef>
              <a:buClr>
                <a:schemeClr val="dk1"/>
              </a:buClr>
              <a:buFont typeface="Oswald"/>
              <a:buNone/>
              <a:defRPr sz="4000">
                <a:solidFill>
                  <a:schemeClr val="dk1"/>
                </a:solidFill>
                <a:latin typeface="Oswald"/>
                <a:ea typeface="Oswald"/>
                <a:cs typeface="Oswald"/>
                <a:sym typeface="Oswald"/>
              </a:defRPr>
            </a:lvl9pPr>
          </a:lstStyle>
          <a:p/>
        </p:txBody>
      </p:sp>
      <p:sp>
        <p:nvSpPr>
          <p:cNvPr id="37" name="Shape 37"/>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One column text">
    <p:spTree>
      <p:nvGrpSpPr>
        <p:cNvPr id="38" name="Shape 38"/>
        <p:cNvGrpSpPr/>
        <p:nvPr/>
      </p:nvGrpSpPr>
      <p:grpSpPr>
        <a:xfrm>
          <a:off x="0" y="0"/>
          <a:ext cx="0" cy="0"/>
          <a:chOff x="0" y="0"/>
          <a:chExt cx="0" cy="0"/>
        </a:xfrm>
      </p:grpSpPr>
      <p:sp>
        <p:nvSpPr>
          <p:cNvPr id="39" name="Shape 39"/>
          <p:cNvSpPr txBox="1"/>
          <p:nvPr>
            <p:ph type="title"/>
          </p:nvPr>
        </p:nvSpPr>
        <p:spPr>
          <a:xfrm>
            <a:off x="415600" y="740800"/>
            <a:ext cx="3744000" cy="1007700"/>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buClr>
                <a:schemeClr val="dk1"/>
              </a:buClr>
              <a:buFont typeface="Oswald"/>
              <a:buNone/>
              <a:defRPr b="0" i="0" sz="3200" u="none" cap="none" strike="noStrike">
                <a:solidFill>
                  <a:schemeClr val="dk1"/>
                </a:solidFill>
                <a:latin typeface="Oswald"/>
                <a:ea typeface="Oswald"/>
                <a:cs typeface="Oswald"/>
                <a:sym typeface="Oswald"/>
              </a:defRPr>
            </a:lvl1pPr>
            <a:lvl2pPr indent="0" lvl="1">
              <a:spcBef>
                <a:spcPts val="0"/>
              </a:spcBef>
              <a:buClr>
                <a:schemeClr val="dk1"/>
              </a:buClr>
              <a:buFont typeface="Oswald"/>
              <a:buNone/>
              <a:defRPr sz="3200">
                <a:solidFill>
                  <a:schemeClr val="dk1"/>
                </a:solidFill>
                <a:latin typeface="Oswald"/>
                <a:ea typeface="Oswald"/>
                <a:cs typeface="Oswald"/>
                <a:sym typeface="Oswald"/>
              </a:defRPr>
            </a:lvl2pPr>
            <a:lvl3pPr indent="0" lvl="2">
              <a:spcBef>
                <a:spcPts val="0"/>
              </a:spcBef>
              <a:buClr>
                <a:schemeClr val="dk1"/>
              </a:buClr>
              <a:buFont typeface="Oswald"/>
              <a:buNone/>
              <a:defRPr sz="3200">
                <a:solidFill>
                  <a:schemeClr val="dk1"/>
                </a:solidFill>
                <a:latin typeface="Oswald"/>
                <a:ea typeface="Oswald"/>
                <a:cs typeface="Oswald"/>
                <a:sym typeface="Oswald"/>
              </a:defRPr>
            </a:lvl3pPr>
            <a:lvl4pPr indent="0" lvl="3">
              <a:spcBef>
                <a:spcPts val="0"/>
              </a:spcBef>
              <a:buClr>
                <a:schemeClr val="dk1"/>
              </a:buClr>
              <a:buFont typeface="Oswald"/>
              <a:buNone/>
              <a:defRPr sz="3200">
                <a:solidFill>
                  <a:schemeClr val="dk1"/>
                </a:solidFill>
                <a:latin typeface="Oswald"/>
                <a:ea typeface="Oswald"/>
                <a:cs typeface="Oswald"/>
                <a:sym typeface="Oswald"/>
              </a:defRPr>
            </a:lvl4pPr>
            <a:lvl5pPr indent="0" lvl="4">
              <a:spcBef>
                <a:spcPts val="0"/>
              </a:spcBef>
              <a:buClr>
                <a:schemeClr val="dk1"/>
              </a:buClr>
              <a:buFont typeface="Oswald"/>
              <a:buNone/>
              <a:defRPr sz="3200">
                <a:solidFill>
                  <a:schemeClr val="dk1"/>
                </a:solidFill>
                <a:latin typeface="Oswald"/>
                <a:ea typeface="Oswald"/>
                <a:cs typeface="Oswald"/>
                <a:sym typeface="Oswald"/>
              </a:defRPr>
            </a:lvl5pPr>
            <a:lvl6pPr indent="0" lvl="5">
              <a:spcBef>
                <a:spcPts val="0"/>
              </a:spcBef>
              <a:buClr>
                <a:schemeClr val="dk1"/>
              </a:buClr>
              <a:buFont typeface="Oswald"/>
              <a:buNone/>
              <a:defRPr sz="3200">
                <a:solidFill>
                  <a:schemeClr val="dk1"/>
                </a:solidFill>
                <a:latin typeface="Oswald"/>
                <a:ea typeface="Oswald"/>
                <a:cs typeface="Oswald"/>
                <a:sym typeface="Oswald"/>
              </a:defRPr>
            </a:lvl6pPr>
            <a:lvl7pPr indent="0" lvl="6">
              <a:spcBef>
                <a:spcPts val="0"/>
              </a:spcBef>
              <a:buClr>
                <a:schemeClr val="dk1"/>
              </a:buClr>
              <a:buFont typeface="Oswald"/>
              <a:buNone/>
              <a:defRPr sz="3200">
                <a:solidFill>
                  <a:schemeClr val="dk1"/>
                </a:solidFill>
                <a:latin typeface="Oswald"/>
                <a:ea typeface="Oswald"/>
                <a:cs typeface="Oswald"/>
                <a:sym typeface="Oswald"/>
              </a:defRPr>
            </a:lvl7pPr>
            <a:lvl8pPr indent="0" lvl="7">
              <a:spcBef>
                <a:spcPts val="0"/>
              </a:spcBef>
              <a:buClr>
                <a:schemeClr val="dk1"/>
              </a:buClr>
              <a:buFont typeface="Oswald"/>
              <a:buNone/>
              <a:defRPr sz="3200">
                <a:solidFill>
                  <a:schemeClr val="dk1"/>
                </a:solidFill>
                <a:latin typeface="Oswald"/>
                <a:ea typeface="Oswald"/>
                <a:cs typeface="Oswald"/>
                <a:sym typeface="Oswald"/>
              </a:defRPr>
            </a:lvl8pPr>
            <a:lvl9pPr indent="0" lvl="8">
              <a:spcBef>
                <a:spcPts val="0"/>
              </a:spcBef>
              <a:buClr>
                <a:schemeClr val="dk1"/>
              </a:buClr>
              <a:buFont typeface="Oswald"/>
              <a:buNone/>
              <a:defRPr sz="3200">
                <a:solidFill>
                  <a:schemeClr val="dk1"/>
                </a:solidFill>
                <a:latin typeface="Oswald"/>
                <a:ea typeface="Oswald"/>
                <a:cs typeface="Oswald"/>
                <a:sym typeface="Oswald"/>
              </a:defRPr>
            </a:lvl9pPr>
          </a:lstStyle>
          <a:p/>
        </p:txBody>
      </p:sp>
      <p:sp>
        <p:nvSpPr>
          <p:cNvPr id="40" name="Shape 40"/>
          <p:cNvSpPr txBox="1"/>
          <p:nvPr>
            <p:ph idx="1" type="body"/>
          </p:nvPr>
        </p:nvSpPr>
        <p:spPr>
          <a:xfrm>
            <a:off x="415600" y="1852800"/>
            <a:ext cx="3744000" cy="4239300"/>
          </a:xfrm>
          <a:prstGeom prst="rect">
            <a:avLst/>
          </a:prstGeom>
          <a:noFill/>
          <a:ln>
            <a:noFill/>
          </a:ln>
        </p:spPr>
        <p:txBody>
          <a:bodyPr anchorCtr="0" anchor="t" bIns="91425" lIns="91425" rIns="91425" tIns="91425"/>
          <a:lstStyle>
            <a:lvl1pPr indent="0" lvl="0" marL="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1pPr>
            <a:lvl2pPr indent="0" lvl="1" marL="4572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2pPr>
            <a:lvl3pPr indent="0" lvl="2" marL="9144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3pPr>
            <a:lvl4pPr indent="0" lvl="3" marL="13716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4pPr>
            <a:lvl5pPr indent="0" lvl="4" marL="18288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5pPr>
            <a:lvl6pPr indent="0" lvl="5" marL="22860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6pPr>
            <a:lvl7pPr indent="0" lvl="6" marL="27432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7pPr>
            <a:lvl8pPr indent="0" lvl="7" marL="32004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8pPr>
            <a:lvl9pPr indent="0" lvl="8" marL="3657600" marR="0" rtl="0" algn="l">
              <a:lnSpc>
                <a:spcPct val="115000"/>
              </a:lnSpc>
              <a:spcBef>
                <a:spcPts val="0"/>
              </a:spcBef>
              <a:spcAft>
                <a:spcPts val="2100"/>
              </a:spcAft>
              <a:buClr>
                <a:schemeClr val="accent3"/>
              </a:buClr>
              <a:buFont typeface="Average"/>
              <a:buNone/>
              <a:defRPr b="0" i="0" sz="1600" u="none" cap="none" strike="noStrike">
                <a:solidFill>
                  <a:schemeClr val="accent3"/>
                </a:solidFill>
                <a:latin typeface="Average"/>
                <a:ea typeface="Average"/>
                <a:cs typeface="Average"/>
                <a:sym typeface="Average"/>
              </a:defRPr>
            </a:lvl9pPr>
          </a:lstStyle>
          <a:p/>
        </p:txBody>
      </p:sp>
      <p:sp>
        <p:nvSpPr>
          <p:cNvPr id="41" name="Shape 41"/>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Main point">
    <p:bg>
      <p:bgPr>
        <a:solidFill>
          <a:schemeClr val="lt2"/>
        </a:solidFill>
      </p:bgPr>
    </p:bg>
    <p:spTree>
      <p:nvGrpSpPr>
        <p:cNvPr id="42" name="Shape 42"/>
        <p:cNvGrpSpPr/>
        <p:nvPr/>
      </p:nvGrpSpPr>
      <p:grpSpPr>
        <a:xfrm>
          <a:off x="0" y="0"/>
          <a:ext cx="0" cy="0"/>
          <a:chOff x="0" y="0"/>
          <a:chExt cx="0" cy="0"/>
        </a:xfrm>
      </p:grpSpPr>
      <p:sp>
        <p:nvSpPr>
          <p:cNvPr id="43" name="Shape 43"/>
          <p:cNvSpPr txBox="1"/>
          <p:nvPr>
            <p:ph type="title"/>
          </p:nvPr>
        </p:nvSpPr>
        <p:spPr>
          <a:xfrm>
            <a:off x="653666" y="701800"/>
            <a:ext cx="8302800" cy="5454299"/>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chemeClr val="lt1"/>
              </a:buClr>
              <a:buFont typeface="Oswald"/>
              <a:buNone/>
              <a:defRPr b="0" i="0" sz="6400" u="none" cap="none" strike="noStrike">
                <a:solidFill>
                  <a:schemeClr val="lt1"/>
                </a:solidFill>
                <a:latin typeface="Oswald"/>
                <a:ea typeface="Oswald"/>
                <a:cs typeface="Oswald"/>
                <a:sym typeface="Oswald"/>
              </a:defRPr>
            </a:lvl1pPr>
            <a:lvl2pPr indent="0" lvl="1">
              <a:spcBef>
                <a:spcPts val="0"/>
              </a:spcBef>
              <a:buClr>
                <a:schemeClr val="lt1"/>
              </a:buClr>
              <a:buFont typeface="Oswald"/>
              <a:buNone/>
              <a:defRPr sz="6400">
                <a:solidFill>
                  <a:schemeClr val="lt1"/>
                </a:solidFill>
                <a:latin typeface="Oswald"/>
                <a:ea typeface="Oswald"/>
                <a:cs typeface="Oswald"/>
                <a:sym typeface="Oswald"/>
              </a:defRPr>
            </a:lvl2pPr>
            <a:lvl3pPr indent="0" lvl="2">
              <a:spcBef>
                <a:spcPts val="0"/>
              </a:spcBef>
              <a:buClr>
                <a:schemeClr val="lt1"/>
              </a:buClr>
              <a:buFont typeface="Oswald"/>
              <a:buNone/>
              <a:defRPr sz="6400">
                <a:solidFill>
                  <a:schemeClr val="lt1"/>
                </a:solidFill>
                <a:latin typeface="Oswald"/>
                <a:ea typeface="Oswald"/>
                <a:cs typeface="Oswald"/>
                <a:sym typeface="Oswald"/>
              </a:defRPr>
            </a:lvl3pPr>
            <a:lvl4pPr indent="0" lvl="3">
              <a:spcBef>
                <a:spcPts val="0"/>
              </a:spcBef>
              <a:buClr>
                <a:schemeClr val="lt1"/>
              </a:buClr>
              <a:buFont typeface="Oswald"/>
              <a:buNone/>
              <a:defRPr sz="6400">
                <a:solidFill>
                  <a:schemeClr val="lt1"/>
                </a:solidFill>
                <a:latin typeface="Oswald"/>
                <a:ea typeface="Oswald"/>
                <a:cs typeface="Oswald"/>
                <a:sym typeface="Oswald"/>
              </a:defRPr>
            </a:lvl4pPr>
            <a:lvl5pPr indent="0" lvl="4">
              <a:spcBef>
                <a:spcPts val="0"/>
              </a:spcBef>
              <a:buClr>
                <a:schemeClr val="lt1"/>
              </a:buClr>
              <a:buFont typeface="Oswald"/>
              <a:buNone/>
              <a:defRPr sz="6400">
                <a:solidFill>
                  <a:schemeClr val="lt1"/>
                </a:solidFill>
                <a:latin typeface="Oswald"/>
                <a:ea typeface="Oswald"/>
                <a:cs typeface="Oswald"/>
                <a:sym typeface="Oswald"/>
              </a:defRPr>
            </a:lvl5pPr>
            <a:lvl6pPr indent="0" lvl="5">
              <a:spcBef>
                <a:spcPts val="0"/>
              </a:spcBef>
              <a:buClr>
                <a:schemeClr val="lt1"/>
              </a:buClr>
              <a:buFont typeface="Oswald"/>
              <a:buNone/>
              <a:defRPr sz="6400">
                <a:solidFill>
                  <a:schemeClr val="lt1"/>
                </a:solidFill>
                <a:latin typeface="Oswald"/>
                <a:ea typeface="Oswald"/>
                <a:cs typeface="Oswald"/>
                <a:sym typeface="Oswald"/>
              </a:defRPr>
            </a:lvl6pPr>
            <a:lvl7pPr indent="0" lvl="6">
              <a:spcBef>
                <a:spcPts val="0"/>
              </a:spcBef>
              <a:buClr>
                <a:schemeClr val="lt1"/>
              </a:buClr>
              <a:buFont typeface="Oswald"/>
              <a:buNone/>
              <a:defRPr sz="6400">
                <a:solidFill>
                  <a:schemeClr val="lt1"/>
                </a:solidFill>
                <a:latin typeface="Oswald"/>
                <a:ea typeface="Oswald"/>
                <a:cs typeface="Oswald"/>
                <a:sym typeface="Oswald"/>
              </a:defRPr>
            </a:lvl7pPr>
            <a:lvl8pPr indent="0" lvl="7">
              <a:spcBef>
                <a:spcPts val="0"/>
              </a:spcBef>
              <a:buClr>
                <a:schemeClr val="lt1"/>
              </a:buClr>
              <a:buFont typeface="Oswald"/>
              <a:buNone/>
              <a:defRPr sz="6400">
                <a:solidFill>
                  <a:schemeClr val="lt1"/>
                </a:solidFill>
                <a:latin typeface="Oswald"/>
                <a:ea typeface="Oswald"/>
                <a:cs typeface="Oswald"/>
                <a:sym typeface="Oswald"/>
              </a:defRPr>
            </a:lvl8pPr>
            <a:lvl9pPr indent="0" lvl="8">
              <a:spcBef>
                <a:spcPts val="0"/>
              </a:spcBef>
              <a:buClr>
                <a:schemeClr val="lt1"/>
              </a:buClr>
              <a:buFont typeface="Oswald"/>
              <a:buNone/>
              <a:defRPr sz="6400">
                <a:solidFill>
                  <a:schemeClr val="lt1"/>
                </a:solidFill>
                <a:latin typeface="Oswald"/>
                <a:ea typeface="Oswald"/>
                <a:cs typeface="Oswald"/>
                <a:sym typeface="Oswald"/>
              </a:defRPr>
            </a:lvl9pPr>
          </a:lstStyle>
          <a:p/>
        </p:txBody>
      </p:sp>
      <p:sp>
        <p:nvSpPr>
          <p:cNvPr id="44" name="Shape 44"/>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chemeClr val="lt1"/>
              </a:buClr>
              <a:buSzPct val="25000"/>
              <a:buFont typeface="Arial"/>
              <a:buNone/>
            </a:pPr>
            <a:fld id="{00000000-1234-1234-1234-123412341234}" type="slidenum">
              <a:rPr b="0" i="0" lang="en-US" sz="1400" u="none" cap="none" strike="noStrike">
                <a:solidFill>
                  <a:schemeClr val="lt1"/>
                </a:solidFill>
                <a:latin typeface="Arial"/>
                <a:ea typeface="Arial"/>
                <a:cs typeface="Arial"/>
                <a:sym typeface="Arial"/>
              </a:rPr>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Section title and description">
    <p:spTree>
      <p:nvGrpSpPr>
        <p:cNvPr id="45" name="Shape 45"/>
        <p:cNvGrpSpPr/>
        <p:nvPr/>
      </p:nvGrpSpPr>
      <p:grpSpPr>
        <a:xfrm>
          <a:off x="0" y="0"/>
          <a:ext cx="0" cy="0"/>
          <a:chOff x="0" y="0"/>
          <a:chExt cx="0" cy="0"/>
        </a:xfrm>
      </p:grpSpPr>
      <p:sp>
        <p:nvSpPr>
          <p:cNvPr id="46" name="Shape 46"/>
          <p:cNvSpPr/>
          <p:nvPr/>
        </p:nvSpPr>
        <p:spPr>
          <a:xfrm>
            <a:off x="6096000" y="0"/>
            <a:ext cx="6096000" cy="6858000"/>
          </a:xfrm>
          <a:prstGeom prst="rect">
            <a:avLst/>
          </a:prstGeom>
          <a:solidFill>
            <a:schemeClr val="dk1"/>
          </a:solid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cxnSp>
        <p:nvCxnSpPr>
          <p:cNvPr id="47" name="Shape 47"/>
          <p:cNvCxnSpPr/>
          <p:nvPr/>
        </p:nvCxnSpPr>
        <p:spPr>
          <a:xfrm>
            <a:off x="6706232" y="5994000"/>
            <a:ext cx="624300" cy="0"/>
          </a:xfrm>
          <a:prstGeom prst="straightConnector1">
            <a:avLst/>
          </a:prstGeom>
          <a:noFill/>
          <a:ln cap="flat" cmpd="sng" w="19050">
            <a:solidFill>
              <a:schemeClr val="lt1"/>
            </a:solidFill>
            <a:prstDash val="solid"/>
            <a:round/>
            <a:headEnd len="med" w="med" type="none"/>
            <a:tailEnd len="med" w="med" type="none"/>
          </a:ln>
        </p:spPr>
      </p:cxnSp>
      <p:sp>
        <p:nvSpPr>
          <p:cNvPr id="48" name="Shape 48"/>
          <p:cNvSpPr txBox="1"/>
          <p:nvPr>
            <p:ph type="title"/>
          </p:nvPr>
        </p:nvSpPr>
        <p:spPr>
          <a:xfrm>
            <a:off x="354000" y="1441866"/>
            <a:ext cx="5393699" cy="2280300"/>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buClr>
                <a:schemeClr val="dk1"/>
              </a:buClr>
              <a:buFont typeface="Oswald"/>
              <a:buNone/>
              <a:defRPr b="0" i="0" sz="5600" u="none" cap="none" strike="noStrike">
                <a:solidFill>
                  <a:schemeClr val="dk1"/>
                </a:solidFill>
                <a:latin typeface="Oswald"/>
                <a:ea typeface="Oswald"/>
                <a:cs typeface="Oswald"/>
                <a:sym typeface="Oswald"/>
              </a:defRPr>
            </a:lvl1pPr>
            <a:lvl2pPr indent="0" lvl="1" algn="ctr">
              <a:spcBef>
                <a:spcPts val="0"/>
              </a:spcBef>
              <a:buClr>
                <a:schemeClr val="dk1"/>
              </a:buClr>
              <a:buFont typeface="Oswald"/>
              <a:buNone/>
              <a:defRPr sz="5600">
                <a:solidFill>
                  <a:schemeClr val="dk1"/>
                </a:solidFill>
                <a:latin typeface="Oswald"/>
                <a:ea typeface="Oswald"/>
                <a:cs typeface="Oswald"/>
                <a:sym typeface="Oswald"/>
              </a:defRPr>
            </a:lvl2pPr>
            <a:lvl3pPr indent="0" lvl="2" algn="ctr">
              <a:spcBef>
                <a:spcPts val="0"/>
              </a:spcBef>
              <a:buClr>
                <a:schemeClr val="dk1"/>
              </a:buClr>
              <a:buFont typeface="Oswald"/>
              <a:buNone/>
              <a:defRPr sz="5600">
                <a:solidFill>
                  <a:schemeClr val="dk1"/>
                </a:solidFill>
                <a:latin typeface="Oswald"/>
                <a:ea typeface="Oswald"/>
                <a:cs typeface="Oswald"/>
                <a:sym typeface="Oswald"/>
              </a:defRPr>
            </a:lvl3pPr>
            <a:lvl4pPr indent="0" lvl="3" algn="ctr">
              <a:spcBef>
                <a:spcPts val="0"/>
              </a:spcBef>
              <a:buClr>
                <a:schemeClr val="dk1"/>
              </a:buClr>
              <a:buFont typeface="Oswald"/>
              <a:buNone/>
              <a:defRPr sz="5600">
                <a:solidFill>
                  <a:schemeClr val="dk1"/>
                </a:solidFill>
                <a:latin typeface="Oswald"/>
                <a:ea typeface="Oswald"/>
                <a:cs typeface="Oswald"/>
                <a:sym typeface="Oswald"/>
              </a:defRPr>
            </a:lvl4pPr>
            <a:lvl5pPr indent="0" lvl="4" algn="ctr">
              <a:spcBef>
                <a:spcPts val="0"/>
              </a:spcBef>
              <a:buClr>
                <a:schemeClr val="dk1"/>
              </a:buClr>
              <a:buFont typeface="Oswald"/>
              <a:buNone/>
              <a:defRPr sz="5600">
                <a:solidFill>
                  <a:schemeClr val="dk1"/>
                </a:solidFill>
                <a:latin typeface="Oswald"/>
                <a:ea typeface="Oswald"/>
                <a:cs typeface="Oswald"/>
                <a:sym typeface="Oswald"/>
              </a:defRPr>
            </a:lvl5pPr>
            <a:lvl6pPr indent="0" lvl="5" algn="ctr">
              <a:spcBef>
                <a:spcPts val="0"/>
              </a:spcBef>
              <a:buClr>
                <a:schemeClr val="dk1"/>
              </a:buClr>
              <a:buFont typeface="Oswald"/>
              <a:buNone/>
              <a:defRPr sz="5600">
                <a:solidFill>
                  <a:schemeClr val="dk1"/>
                </a:solidFill>
                <a:latin typeface="Oswald"/>
                <a:ea typeface="Oswald"/>
                <a:cs typeface="Oswald"/>
                <a:sym typeface="Oswald"/>
              </a:defRPr>
            </a:lvl6pPr>
            <a:lvl7pPr indent="0" lvl="6" algn="ctr">
              <a:spcBef>
                <a:spcPts val="0"/>
              </a:spcBef>
              <a:buClr>
                <a:schemeClr val="dk1"/>
              </a:buClr>
              <a:buFont typeface="Oswald"/>
              <a:buNone/>
              <a:defRPr sz="5600">
                <a:solidFill>
                  <a:schemeClr val="dk1"/>
                </a:solidFill>
                <a:latin typeface="Oswald"/>
                <a:ea typeface="Oswald"/>
                <a:cs typeface="Oswald"/>
                <a:sym typeface="Oswald"/>
              </a:defRPr>
            </a:lvl7pPr>
            <a:lvl8pPr indent="0" lvl="7" algn="ctr">
              <a:spcBef>
                <a:spcPts val="0"/>
              </a:spcBef>
              <a:buClr>
                <a:schemeClr val="dk1"/>
              </a:buClr>
              <a:buFont typeface="Oswald"/>
              <a:buNone/>
              <a:defRPr sz="5600">
                <a:solidFill>
                  <a:schemeClr val="dk1"/>
                </a:solidFill>
                <a:latin typeface="Oswald"/>
                <a:ea typeface="Oswald"/>
                <a:cs typeface="Oswald"/>
                <a:sym typeface="Oswald"/>
              </a:defRPr>
            </a:lvl8pPr>
            <a:lvl9pPr indent="0" lvl="8" algn="ctr">
              <a:spcBef>
                <a:spcPts val="0"/>
              </a:spcBef>
              <a:buClr>
                <a:schemeClr val="dk1"/>
              </a:buClr>
              <a:buFont typeface="Oswald"/>
              <a:buNone/>
              <a:defRPr sz="5600">
                <a:solidFill>
                  <a:schemeClr val="dk1"/>
                </a:solidFill>
                <a:latin typeface="Oswald"/>
                <a:ea typeface="Oswald"/>
                <a:cs typeface="Oswald"/>
                <a:sym typeface="Oswald"/>
              </a:defRPr>
            </a:lvl9pPr>
          </a:lstStyle>
          <a:p/>
        </p:txBody>
      </p:sp>
      <p:sp>
        <p:nvSpPr>
          <p:cNvPr id="49" name="Shape 49"/>
          <p:cNvSpPr txBox="1"/>
          <p:nvPr>
            <p:ph idx="1" type="subTitle"/>
          </p:nvPr>
        </p:nvSpPr>
        <p:spPr>
          <a:xfrm>
            <a:off x="354000" y="3793601"/>
            <a:ext cx="5393699" cy="1793999"/>
          </a:xfrm>
          <a:prstGeom prst="rect">
            <a:avLst/>
          </a:prstGeom>
          <a:noFill/>
          <a:ln>
            <a:noFill/>
          </a:ln>
        </p:spPr>
        <p:txBody>
          <a:bodyPr anchorCtr="0" anchor="t" bIns="91425" lIns="91425" rIns="91425" tIns="91425"/>
          <a:lstStyle>
            <a:lvl1pPr indent="0" lvl="0" marL="0" marR="0" rtl="0" algn="ctr">
              <a:lnSpc>
                <a:spcPct val="100000"/>
              </a:lnSpc>
              <a:spcBef>
                <a:spcPts val="0"/>
              </a:spcBef>
              <a:spcAft>
                <a:spcPts val="0"/>
              </a:spcAft>
              <a:buClr>
                <a:schemeClr val="dk1"/>
              </a:buClr>
              <a:buFont typeface="Average"/>
              <a:buNone/>
              <a:defRPr b="0" i="0" sz="2800" u="none" cap="none" strike="noStrike">
                <a:solidFill>
                  <a:schemeClr val="dk1"/>
                </a:solidFill>
                <a:latin typeface="Average"/>
                <a:ea typeface="Average"/>
                <a:cs typeface="Average"/>
                <a:sym typeface="Average"/>
              </a:defRPr>
            </a:lvl1pPr>
            <a:lvl2pPr indent="0" lvl="1" marL="457200" marR="0" rtl="0" algn="ctr">
              <a:lnSpc>
                <a:spcPct val="100000"/>
              </a:lnSpc>
              <a:spcBef>
                <a:spcPts val="0"/>
              </a:spcBef>
              <a:spcAft>
                <a:spcPts val="0"/>
              </a:spcAft>
              <a:buClr>
                <a:schemeClr val="dk1"/>
              </a:buClr>
              <a:buFont typeface="Average"/>
              <a:buNone/>
              <a:defRPr b="0" i="0" sz="2800" u="none" cap="none" strike="noStrike">
                <a:solidFill>
                  <a:schemeClr val="dk1"/>
                </a:solidFill>
                <a:latin typeface="Average"/>
                <a:ea typeface="Average"/>
                <a:cs typeface="Average"/>
                <a:sym typeface="Average"/>
              </a:defRPr>
            </a:lvl2pPr>
            <a:lvl3pPr indent="0" lvl="2" marL="914400" marR="0" rtl="0" algn="ctr">
              <a:lnSpc>
                <a:spcPct val="100000"/>
              </a:lnSpc>
              <a:spcBef>
                <a:spcPts val="0"/>
              </a:spcBef>
              <a:spcAft>
                <a:spcPts val="0"/>
              </a:spcAft>
              <a:buClr>
                <a:schemeClr val="dk1"/>
              </a:buClr>
              <a:buFont typeface="Average"/>
              <a:buNone/>
              <a:defRPr b="0" i="0" sz="2800" u="none" cap="none" strike="noStrike">
                <a:solidFill>
                  <a:schemeClr val="dk1"/>
                </a:solidFill>
                <a:latin typeface="Average"/>
                <a:ea typeface="Average"/>
                <a:cs typeface="Average"/>
                <a:sym typeface="Average"/>
              </a:defRPr>
            </a:lvl3pPr>
            <a:lvl4pPr indent="0" lvl="3" marL="1371600" marR="0" rtl="0" algn="ctr">
              <a:lnSpc>
                <a:spcPct val="100000"/>
              </a:lnSpc>
              <a:spcBef>
                <a:spcPts val="0"/>
              </a:spcBef>
              <a:spcAft>
                <a:spcPts val="0"/>
              </a:spcAft>
              <a:buClr>
                <a:schemeClr val="dk1"/>
              </a:buClr>
              <a:buFont typeface="Average"/>
              <a:buNone/>
              <a:defRPr b="0" i="0" sz="2800" u="none" cap="none" strike="noStrike">
                <a:solidFill>
                  <a:schemeClr val="dk1"/>
                </a:solidFill>
                <a:latin typeface="Average"/>
                <a:ea typeface="Average"/>
                <a:cs typeface="Average"/>
                <a:sym typeface="Average"/>
              </a:defRPr>
            </a:lvl4pPr>
            <a:lvl5pPr indent="0" lvl="4" marL="1828800" marR="0" rtl="0" algn="ctr">
              <a:lnSpc>
                <a:spcPct val="100000"/>
              </a:lnSpc>
              <a:spcBef>
                <a:spcPts val="0"/>
              </a:spcBef>
              <a:spcAft>
                <a:spcPts val="0"/>
              </a:spcAft>
              <a:buClr>
                <a:schemeClr val="dk1"/>
              </a:buClr>
              <a:buFont typeface="Average"/>
              <a:buNone/>
              <a:defRPr b="0" i="0" sz="2800" u="none" cap="none" strike="noStrike">
                <a:solidFill>
                  <a:schemeClr val="dk1"/>
                </a:solidFill>
                <a:latin typeface="Average"/>
                <a:ea typeface="Average"/>
                <a:cs typeface="Average"/>
                <a:sym typeface="Average"/>
              </a:defRPr>
            </a:lvl5pPr>
            <a:lvl6pPr indent="0" lvl="5" marL="2286000" marR="0" rtl="0" algn="ctr">
              <a:lnSpc>
                <a:spcPct val="100000"/>
              </a:lnSpc>
              <a:spcBef>
                <a:spcPts val="0"/>
              </a:spcBef>
              <a:spcAft>
                <a:spcPts val="0"/>
              </a:spcAft>
              <a:buClr>
                <a:schemeClr val="dk1"/>
              </a:buClr>
              <a:buFont typeface="Average"/>
              <a:buNone/>
              <a:defRPr b="0" i="0" sz="2800" u="none" cap="none" strike="noStrike">
                <a:solidFill>
                  <a:schemeClr val="dk1"/>
                </a:solidFill>
                <a:latin typeface="Average"/>
                <a:ea typeface="Average"/>
                <a:cs typeface="Average"/>
                <a:sym typeface="Average"/>
              </a:defRPr>
            </a:lvl6pPr>
            <a:lvl7pPr indent="0" lvl="6" marL="2743200" marR="0" rtl="0" algn="ctr">
              <a:lnSpc>
                <a:spcPct val="100000"/>
              </a:lnSpc>
              <a:spcBef>
                <a:spcPts val="0"/>
              </a:spcBef>
              <a:spcAft>
                <a:spcPts val="0"/>
              </a:spcAft>
              <a:buClr>
                <a:schemeClr val="dk1"/>
              </a:buClr>
              <a:buFont typeface="Average"/>
              <a:buNone/>
              <a:defRPr b="0" i="0" sz="2800" u="none" cap="none" strike="noStrike">
                <a:solidFill>
                  <a:schemeClr val="dk1"/>
                </a:solidFill>
                <a:latin typeface="Average"/>
                <a:ea typeface="Average"/>
                <a:cs typeface="Average"/>
                <a:sym typeface="Average"/>
              </a:defRPr>
            </a:lvl7pPr>
            <a:lvl8pPr indent="0" lvl="7" marL="3200400" marR="0" rtl="0" algn="ctr">
              <a:lnSpc>
                <a:spcPct val="100000"/>
              </a:lnSpc>
              <a:spcBef>
                <a:spcPts val="0"/>
              </a:spcBef>
              <a:spcAft>
                <a:spcPts val="0"/>
              </a:spcAft>
              <a:buClr>
                <a:schemeClr val="dk1"/>
              </a:buClr>
              <a:buFont typeface="Average"/>
              <a:buNone/>
              <a:defRPr b="0" i="0" sz="2800" u="none" cap="none" strike="noStrike">
                <a:solidFill>
                  <a:schemeClr val="dk1"/>
                </a:solidFill>
                <a:latin typeface="Average"/>
                <a:ea typeface="Average"/>
                <a:cs typeface="Average"/>
                <a:sym typeface="Average"/>
              </a:defRPr>
            </a:lvl8pPr>
            <a:lvl9pPr indent="0" lvl="8" marL="3657600" marR="0" rtl="0" algn="ctr">
              <a:lnSpc>
                <a:spcPct val="100000"/>
              </a:lnSpc>
              <a:spcBef>
                <a:spcPts val="0"/>
              </a:spcBef>
              <a:spcAft>
                <a:spcPts val="0"/>
              </a:spcAft>
              <a:buClr>
                <a:schemeClr val="dk1"/>
              </a:buClr>
              <a:buFont typeface="Average"/>
              <a:buNone/>
              <a:defRPr b="0" i="0" sz="2800" u="none" cap="none" strike="noStrike">
                <a:solidFill>
                  <a:schemeClr val="dk1"/>
                </a:solidFill>
                <a:latin typeface="Average"/>
                <a:ea typeface="Average"/>
                <a:cs typeface="Average"/>
                <a:sym typeface="Average"/>
              </a:defRPr>
            </a:lvl9pPr>
          </a:lstStyle>
          <a:p/>
        </p:txBody>
      </p:sp>
      <p:sp>
        <p:nvSpPr>
          <p:cNvPr id="50" name="Shape 50"/>
          <p:cNvSpPr txBox="1"/>
          <p:nvPr>
            <p:ph idx="2" type="body"/>
          </p:nvPr>
        </p:nvSpPr>
        <p:spPr>
          <a:xfrm>
            <a:off x="6586000" y="965600"/>
            <a:ext cx="5115899" cy="4926900"/>
          </a:xfrm>
          <a:prstGeom prst="rect">
            <a:avLst/>
          </a:prstGeom>
          <a:noFill/>
          <a:ln>
            <a:noFill/>
          </a:ln>
        </p:spPr>
        <p:txBody>
          <a:bodyPr anchorCtr="0" anchor="ctr" bIns="91425" lIns="91425" rIns="91425" tIns="91425"/>
          <a:lstStyle>
            <a:lvl1pPr indent="0" lvl="0" marL="0" marR="0" rtl="0" algn="l">
              <a:lnSpc>
                <a:spcPct val="115000"/>
              </a:lnSpc>
              <a:spcBef>
                <a:spcPts val="0"/>
              </a:spcBef>
              <a:spcAft>
                <a:spcPts val="2100"/>
              </a:spcAft>
              <a:buClr>
                <a:schemeClr val="lt1"/>
              </a:buClr>
              <a:buFont typeface="Average"/>
              <a:buNone/>
              <a:defRPr b="0" i="0" sz="2400" u="none" cap="none" strike="noStrike">
                <a:solidFill>
                  <a:schemeClr val="lt1"/>
                </a:solidFill>
                <a:latin typeface="Average"/>
                <a:ea typeface="Average"/>
                <a:cs typeface="Average"/>
                <a:sym typeface="Average"/>
              </a:defRPr>
            </a:lvl1pPr>
            <a:lvl2pPr indent="0" lvl="1" marL="457200" marR="0" rtl="0" algn="l">
              <a:lnSpc>
                <a:spcPct val="115000"/>
              </a:lnSpc>
              <a:spcBef>
                <a:spcPts val="0"/>
              </a:spcBef>
              <a:spcAft>
                <a:spcPts val="2100"/>
              </a:spcAft>
              <a:buClr>
                <a:schemeClr val="lt1"/>
              </a:buClr>
              <a:buFont typeface="Average"/>
              <a:buNone/>
              <a:defRPr b="0" i="0" sz="1900" u="none" cap="none" strike="noStrike">
                <a:solidFill>
                  <a:schemeClr val="lt1"/>
                </a:solidFill>
                <a:latin typeface="Average"/>
                <a:ea typeface="Average"/>
                <a:cs typeface="Average"/>
                <a:sym typeface="Average"/>
              </a:defRPr>
            </a:lvl2pPr>
            <a:lvl3pPr indent="0" lvl="2" marL="914400" marR="0" rtl="0" algn="l">
              <a:lnSpc>
                <a:spcPct val="115000"/>
              </a:lnSpc>
              <a:spcBef>
                <a:spcPts val="0"/>
              </a:spcBef>
              <a:spcAft>
                <a:spcPts val="2100"/>
              </a:spcAft>
              <a:buClr>
                <a:schemeClr val="lt1"/>
              </a:buClr>
              <a:buFont typeface="Average"/>
              <a:buNone/>
              <a:defRPr b="0" i="0" sz="1900" u="none" cap="none" strike="noStrike">
                <a:solidFill>
                  <a:schemeClr val="lt1"/>
                </a:solidFill>
                <a:latin typeface="Average"/>
                <a:ea typeface="Average"/>
                <a:cs typeface="Average"/>
                <a:sym typeface="Average"/>
              </a:defRPr>
            </a:lvl3pPr>
            <a:lvl4pPr indent="0" lvl="3" marL="1371600" marR="0" rtl="0" algn="l">
              <a:lnSpc>
                <a:spcPct val="115000"/>
              </a:lnSpc>
              <a:spcBef>
                <a:spcPts val="0"/>
              </a:spcBef>
              <a:spcAft>
                <a:spcPts val="2100"/>
              </a:spcAft>
              <a:buClr>
                <a:schemeClr val="lt1"/>
              </a:buClr>
              <a:buFont typeface="Average"/>
              <a:buNone/>
              <a:defRPr b="0" i="0" sz="1900" u="none" cap="none" strike="noStrike">
                <a:solidFill>
                  <a:schemeClr val="lt1"/>
                </a:solidFill>
                <a:latin typeface="Average"/>
                <a:ea typeface="Average"/>
                <a:cs typeface="Average"/>
                <a:sym typeface="Average"/>
              </a:defRPr>
            </a:lvl4pPr>
            <a:lvl5pPr indent="0" lvl="4" marL="1828800" marR="0" rtl="0" algn="l">
              <a:lnSpc>
                <a:spcPct val="115000"/>
              </a:lnSpc>
              <a:spcBef>
                <a:spcPts val="0"/>
              </a:spcBef>
              <a:spcAft>
                <a:spcPts val="2100"/>
              </a:spcAft>
              <a:buClr>
                <a:schemeClr val="lt1"/>
              </a:buClr>
              <a:buFont typeface="Average"/>
              <a:buNone/>
              <a:defRPr b="0" i="0" sz="1900" u="none" cap="none" strike="noStrike">
                <a:solidFill>
                  <a:schemeClr val="lt1"/>
                </a:solidFill>
                <a:latin typeface="Average"/>
                <a:ea typeface="Average"/>
                <a:cs typeface="Average"/>
                <a:sym typeface="Average"/>
              </a:defRPr>
            </a:lvl5pPr>
            <a:lvl6pPr indent="0" lvl="5" marL="2286000" marR="0" rtl="0" algn="l">
              <a:lnSpc>
                <a:spcPct val="115000"/>
              </a:lnSpc>
              <a:spcBef>
                <a:spcPts val="0"/>
              </a:spcBef>
              <a:spcAft>
                <a:spcPts val="2100"/>
              </a:spcAft>
              <a:buClr>
                <a:schemeClr val="lt1"/>
              </a:buClr>
              <a:buFont typeface="Average"/>
              <a:buNone/>
              <a:defRPr b="0" i="0" sz="1900" u="none" cap="none" strike="noStrike">
                <a:solidFill>
                  <a:schemeClr val="lt1"/>
                </a:solidFill>
                <a:latin typeface="Average"/>
                <a:ea typeface="Average"/>
                <a:cs typeface="Average"/>
                <a:sym typeface="Average"/>
              </a:defRPr>
            </a:lvl6pPr>
            <a:lvl7pPr indent="0" lvl="6" marL="2743200" marR="0" rtl="0" algn="l">
              <a:lnSpc>
                <a:spcPct val="115000"/>
              </a:lnSpc>
              <a:spcBef>
                <a:spcPts val="0"/>
              </a:spcBef>
              <a:spcAft>
                <a:spcPts val="2100"/>
              </a:spcAft>
              <a:buClr>
                <a:schemeClr val="lt1"/>
              </a:buClr>
              <a:buFont typeface="Average"/>
              <a:buNone/>
              <a:defRPr b="0" i="0" sz="1900" u="none" cap="none" strike="noStrike">
                <a:solidFill>
                  <a:schemeClr val="lt1"/>
                </a:solidFill>
                <a:latin typeface="Average"/>
                <a:ea typeface="Average"/>
                <a:cs typeface="Average"/>
                <a:sym typeface="Average"/>
              </a:defRPr>
            </a:lvl7pPr>
            <a:lvl8pPr indent="0" lvl="7" marL="3200400" marR="0" rtl="0" algn="l">
              <a:lnSpc>
                <a:spcPct val="115000"/>
              </a:lnSpc>
              <a:spcBef>
                <a:spcPts val="0"/>
              </a:spcBef>
              <a:spcAft>
                <a:spcPts val="2100"/>
              </a:spcAft>
              <a:buClr>
                <a:schemeClr val="lt1"/>
              </a:buClr>
              <a:buFont typeface="Average"/>
              <a:buNone/>
              <a:defRPr b="0" i="0" sz="1900" u="none" cap="none" strike="noStrike">
                <a:solidFill>
                  <a:schemeClr val="lt1"/>
                </a:solidFill>
                <a:latin typeface="Average"/>
                <a:ea typeface="Average"/>
                <a:cs typeface="Average"/>
                <a:sym typeface="Average"/>
              </a:defRPr>
            </a:lvl8pPr>
            <a:lvl9pPr indent="0" lvl="8" marL="3657600" marR="0" rtl="0" algn="l">
              <a:lnSpc>
                <a:spcPct val="115000"/>
              </a:lnSpc>
              <a:spcBef>
                <a:spcPts val="0"/>
              </a:spcBef>
              <a:spcAft>
                <a:spcPts val="2100"/>
              </a:spcAft>
              <a:buClr>
                <a:schemeClr val="lt1"/>
              </a:buClr>
              <a:buFont typeface="Average"/>
              <a:buNone/>
              <a:defRPr b="0" i="0" sz="1900" u="none" cap="none" strike="noStrike">
                <a:solidFill>
                  <a:schemeClr val="lt1"/>
                </a:solidFill>
                <a:latin typeface="Average"/>
                <a:ea typeface="Average"/>
                <a:cs typeface="Average"/>
                <a:sym typeface="Average"/>
              </a:defRPr>
            </a:lvl9pPr>
          </a:lstStyle>
          <a:p/>
        </p:txBody>
      </p:sp>
      <p:sp>
        <p:nvSpPr>
          <p:cNvPr id="51" name="Shape 51"/>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chemeClr val="lt1"/>
              </a:buClr>
              <a:buSzPct val="25000"/>
              <a:buFont typeface="Arial"/>
              <a:buNone/>
            </a:pPr>
            <a:fld id="{00000000-1234-1234-1234-123412341234}" type="slidenum">
              <a:rPr b="0" i="0" lang="en-US" sz="1400" u="none" cap="none" strike="noStrike">
                <a:solidFill>
                  <a:schemeClr val="lt1"/>
                </a:solidFill>
                <a:latin typeface="Arial"/>
                <a:ea typeface="Arial"/>
                <a:cs typeface="Arial"/>
                <a:sym typeface="Arial"/>
              </a:rPr>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52" name="Shape 52"/>
        <p:cNvGrpSpPr/>
        <p:nvPr/>
      </p:nvGrpSpPr>
      <p:grpSpPr>
        <a:xfrm>
          <a:off x="0" y="0"/>
          <a:ext cx="0" cy="0"/>
          <a:chOff x="0" y="0"/>
          <a:chExt cx="0" cy="0"/>
        </a:xfrm>
      </p:grpSpPr>
      <p:sp>
        <p:nvSpPr>
          <p:cNvPr id="53" name="Shape 53"/>
          <p:cNvSpPr txBox="1"/>
          <p:nvPr>
            <p:ph idx="1" type="body"/>
          </p:nvPr>
        </p:nvSpPr>
        <p:spPr>
          <a:xfrm>
            <a:off x="415600" y="5640766"/>
            <a:ext cx="7998300" cy="806700"/>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buClr>
                <a:schemeClr val="dk1"/>
              </a:buClr>
              <a:buFont typeface="Oswald"/>
              <a:buNone/>
              <a:defRPr b="0" i="0" sz="2800" u="none" cap="none" strike="noStrike">
                <a:solidFill>
                  <a:schemeClr val="dk1"/>
                </a:solidFill>
                <a:latin typeface="Oswald"/>
                <a:ea typeface="Oswald"/>
                <a:cs typeface="Oswald"/>
                <a:sym typeface="Oswald"/>
              </a:defRPr>
            </a:lvl1pPr>
            <a:lvl2pPr indent="0" lvl="1" marL="4572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2pPr>
            <a:lvl3pPr indent="0" lvl="2" marL="9144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3pPr>
            <a:lvl4pPr indent="0" lvl="3" marL="13716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4pPr>
            <a:lvl5pPr indent="0" lvl="4" marL="18288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5pPr>
            <a:lvl6pPr indent="0" lvl="5" marL="22860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6pPr>
            <a:lvl7pPr indent="0" lvl="6" marL="27432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7pPr>
            <a:lvl8pPr indent="0" lvl="7" marL="32004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8pPr>
            <a:lvl9pPr indent="0" lvl="8" marL="36576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9pPr>
          </a:lstStyle>
          <a:p/>
        </p:txBody>
      </p:sp>
      <p:sp>
        <p:nvSpPr>
          <p:cNvPr id="54" name="Shape 54"/>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Big number">
    <p:spTree>
      <p:nvGrpSpPr>
        <p:cNvPr id="55" name="Shape 55"/>
        <p:cNvGrpSpPr/>
        <p:nvPr/>
      </p:nvGrpSpPr>
      <p:grpSpPr>
        <a:xfrm>
          <a:off x="0" y="0"/>
          <a:ext cx="0" cy="0"/>
          <a:chOff x="0" y="0"/>
          <a:chExt cx="0" cy="0"/>
        </a:xfrm>
      </p:grpSpPr>
      <p:sp>
        <p:nvSpPr>
          <p:cNvPr id="56" name="Shape 56"/>
          <p:cNvSpPr txBox="1"/>
          <p:nvPr>
            <p:ph type="title"/>
          </p:nvPr>
        </p:nvSpPr>
        <p:spPr>
          <a:xfrm>
            <a:off x="415600" y="1673700"/>
            <a:ext cx="11360700" cy="2520900"/>
          </a:xfrm>
          <a:prstGeom prst="rect">
            <a:avLst/>
          </a:prstGeom>
          <a:noFill/>
          <a:ln>
            <a:noFill/>
          </a:ln>
        </p:spPr>
        <p:txBody>
          <a:bodyPr anchorCtr="0" anchor="b" bIns="91425" lIns="91425" rIns="91425" tIns="91425"/>
          <a:lstStyle>
            <a:lvl1pPr indent="0" lvl="0" marL="0" marR="0" rtl="0" algn="ctr">
              <a:lnSpc>
                <a:spcPct val="100000"/>
              </a:lnSpc>
              <a:spcBef>
                <a:spcPts val="0"/>
              </a:spcBef>
              <a:spcAft>
                <a:spcPts val="0"/>
              </a:spcAft>
              <a:buClr>
                <a:schemeClr val="dk1"/>
              </a:buClr>
              <a:buFont typeface="Oswald"/>
              <a:buNone/>
              <a:defRPr b="0" i="0" sz="16000" u="none" cap="none" strike="noStrike">
                <a:solidFill>
                  <a:schemeClr val="dk1"/>
                </a:solidFill>
                <a:latin typeface="Oswald"/>
                <a:ea typeface="Oswald"/>
                <a:cs typeface="Oswald"/>
                <a:sym typeface="Oswald"/>
              </a:defRPr>
            </a:lvl1pPr>
            <a:lvl2pPr indent="0" lvl="1" algn="ctr">
              <a:spcBef>
                <a:spcPts val="0"/>
              </a:spcBef>
              <a:buClr>
                <a:schemeClr val="dk1"/>
              </a:buClr>
              <a:buFont typeface="Oswald"/>
              <a:buNone/>
              <a:defRPr sz="16000">
                <a:solidFill>
                  <a:schemeClr val="dk1"/>
                </a:solidFill>
                <a:latin typeface="Oswald"/>
                <a:ea typeface="Oswald"/>
                <a:cs typeface="Oswald"/>
                <a:sym typeface="Oswald"/>
              </a:defRPr>
            </a:lvl2pPr>
            <a:lvl3pPr indent="0" lvl="2" algn="ctr">
              <a:spcBef>
                <a:spcPts val="0"/>
              </a:spcBef>
              <a:buClr>
                <a:schemeClr val="dk1"/>
              </a:buClr>
              <a:buFont typeface="Oswald"/>
              <a:buNone/>
              <a:defRPr sz="16000">
                <a:solidFill>
                  <a:schemeClr val="dk1"/>
                </a:solidFill>
                <a:latin typeface="Oswald"/>
                <a:ea typeface="Oswald"/>
                <a:cs typeface="Oswald"/>
                <a:sym typeface="Oswald"/>
              </a:defRPr>
            </a:lvl3pPr>
            <a:lvl4pPr indent="0" lvl="3" algn="ctr">
              <a:spcBef>
                <a:spcPts val="0"/>
              </a:spcBef>
              <a:buClr>
                <a:schemeClr val="dk1"/>
              </a:buClr>
              <a:buFont typeface="Oswald"/>
              <a:buNone/>
              <a:defRPr sz="16000">
                <a:solidFill>
                  <a:schemeClr val="dk1"/>
                </a:solidFill>
                <a:latin typeface="Oswald"/>
                <a:ea typeface="Oswald"/>
                <a:cs typeface="Oswald"/>
                <a:sym typeface="Oswald"/>
              </a:defRPr>
            </a:lvl4pPr>
            <a:lvl5pPr indent="0" lvl="4" algn="ctr">
              <a:spcBef>
                <a:spcPts val="0"/>
              </a:spcBef>
              <a:buClr>
                <a:schemeClr val="dk1"/>
              </a:buClr>
              <a:buFont typeface="Oswald"/>
              <a:buNone/>
              <a:defRPr sz="16000">
                <a:solidFill>
                  <a:schemeClr val="dk1"/>
                </a:solidFill>
                <a:latin typeface="Oswald"/>
                <a:ea typeface="Oswald"/>
                <a:cs typeface="Oswald"/>
                <a:sym typeface="Oswald"/>
              </a:defRPr>
            </a:lvl5pPr>
            <a:lvl6pPr indent="0" lvl="5" algn="ctr">
              <a:spcBef>
                <a:spcPts val="0"/>
              </a:spcBef>
              <a:buClr>
                <a:schemeClr val="dk1"/>
              </a:buClr>
              <a:buFont typeface="Oswald"/>
              <a:buNone/>
              <a:defRPr sz="16000">
                <a:solidFill>
                  <a:schemeClr val="dk1"/>
                </a:solidFill>
                <a:latin typeface="Oswald"/>
                <a:ea typeface="Oswald"/>
                <a:cs typeface="Oswald"/>
                <a:sym typeface="Oswald"/>
              </a:defRPr>
            </a:lvl6pPr>
            <a:lvl7pPr indent="0" lvl="6" algn="ctr">
              <a:spcBef>
                <a:spcPts val="0"/>
              </a:spcBef>
              <a:buClr>
                <a:schemeClr val="dk1"/>
              </a:buClr>
              <a:buFont typeface="Oswald"/>
              <a:buNone/>
              <a:defRPr sz="16000">
                <a:solidFill>
                  <a:schemeClr val="dk1"/>
                </a:solidFill>
                <a:latin typeface="Oswald"/>
                <a:ea typeface="Oswald"/>
                <a:cs typeface="Oswald"/>
                <a:sym typeface="Oswald"/>
              </a:defRPr>
            </a:lvl7pPr>
            <a:lvl8pPr indent="0" lvl="7" algn="ctr">
              <a:spcBef>
                <a:spcPts val="0"/>
              </a:spcBef>
              <a:buClr>
                <a:schemeClr val="dk1"/>
              </a:buClr>
              <a:buFont typeface="Oswald"/>
              <a:buNone/>
              <a:defRPr sz="16000">
                <a:solidFill>
                  <a:schemeClr val="dk1"/>
                </a:solidFill>
                <a:latin typeface="Oswald"/>
                <a:ea typeface="Oswald"/>
                <a:cs typeface="Oswald"/>
                <a:sym typeface="Oswald"/>
              </a:defRPr>
            </a:lvl8pPr>
            <a:lvl9pPr indent="0" lvl="8" algn="ctr">
              <a:spcBef>
                <a:spcPts val="0"/>
              </a:spcBef>
              <a:buClr>
                <a:schemeClr val="dk1"/>
              </a:buClr>
              <a:buFont typeface="Oswald"/>
              <a:buNone/>
              <a:defRPr sz="16000">
                <a:solidFill>
                  <a:schemeClr val="dk1"/>
                </a:solidFill>
                <a:latin typeface="Oswald"/>
                <a:ea typeface="Oswald"/>
                <a:cs typeface="Oswald"/>
                <a:sym typeface="Oswald"/>
              </a:defRPr>
            </a:lvl9pPr>
          </a:lstStyle>
          <a:p/>
        </p:txBody>
      </p:sp>
      <p:sp>
        <p:nvSpPr>
          <p:cNvPr id="57" name="Shape 57"/>
          <p:cNvSpPr txBox="1"/>
          <p:nvPr>
            <p:ph idx="1" type="body"/>
          </p:nvPr>
        </p:nvSpPr>
        <p:spPr>
          <a:xfrm>
            <a:off x="415600" y="4304566"/>
            <a:ext cx="11360700" cy="1734300"/>
          </a:xfrm>
          <a:prstGeom prst="rect">
            <a:avLst/>
          </a:prstGeom>
          <a:noFill/>
          <a:ln>
            <a:noFill/>
          </a:ln>
        </p:spPr>
        <p:txBody>
          <a:bodyPr anchorCtr="0" anchor="t" bIns="91425" lIns="91425" rIns="91425" tIns="91425"/>
          <a:lstStyle>
            <a:lvl1pPr indent="0" lvl="0" marL="0" marR="0" rtl="0" algn="ctr">
              <a:lnSpc>
                <a:spcPct val="115000"/>
              </a:lnSpc>
              <a:spcBef>
                <a:spcPts val="0"/>
              </a:spcBef>
              <a:spcAft>
                <a:spcPts val="2100"/>
              </a:spcAft>
              <a:buClr>
                <a:schemeClr val="accent3"/>
              </a:buClr>
              <a:buFont typeface="Average"/>
              <a:buNone/>
              <a:defRPr b="0" i="0" sz="2400" u="none" cap="none" strike="noStrike">
                <a:solidFill>
                  <a:schemeClr val="accent3"/>
                </a:solidFill>
                <a:latin typeface="Average"/>
                <a:ea typeface="Average"/>
                <a:cs typeface="Average"/>
                <a:sym typeface="Average"/>
              </a:defRPr>
            </a:lvl1pPr>
            <a:lvl2pPr indent="0" lvl="1" marL="457200" marR="0" rtl="0" algn="ctr">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2pPr>
            <a:lvl3pPr indent="0" lvl="2" marL="914400" marR="0" rtl="0" algn="ctr">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3pPr>
            <a:lvl4pPr indent="0" lvl="3" marL="1371600" marR="0" rtl="0" algn="ctr">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4pPr>
            <a:lvl5pPr indent="0" lvl="4" marL="1828800" marR="0" rtl="0" algn="ctr">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5pPr>
            <a:lvl6pPr indent="0" lvl="5" marL="2286000" marR="0" rtl="0" algn="ctr">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6pPr>
            <a:lvl7pPr indent="0" lvl="6" marL="2743200" marR="0" rtl="0" algn="ctr">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7pPr>
            <a:lvl8pPr indent="0" lvl="7" marL="3200400" marR="0" rtl="0" algn="ctr">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8pPr>
            <a:lvl9pPr indent="0" lvl="8" marL="3657600" marR="0" rtl="0" algn="ctr">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9pPr>
          </a:lstStyle>
          <a:p/>
        </p:txBody>
      </p:sp>
      <p:sp>
        <p:nvSpPr>
          <p:cNvPr id="58" name="Shape 58"/>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59" name="Shape 59"/>
        <p:cNvGrpSpPr/>
        <p:nvPr/>
      </p:nvGrpSpPr>
      <p:grpSpPr>
        <a:xfrm>
          <a:off x="0" y="0"/>
          <a:ext cx="0" cy="0"/>
          <a:chOff x="0" y="0"/>
          <a:chExt cx="0" cy="0"/>
        </a:xfrm>
      </p:grpSpPr>
      <p:sp>
        <p:nvSpPr>
          <p:cNvPr id="60" name="Shape 60"/>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l">
              <a:lnSpc>
                <a:spcPct val="100000"/>
              </a:lnSpc>
              <a:spcBef>
                <a:spcPts val="0"/>
              </a:spcBef>
              <a:spcAft>
                <a:spcPts val="0"/>
              </a:spcAft>
              <a:buClr>
                <a:srgbClr val="000000"/>
              </a:buClr>
              <a:buSzPct val="25000"/>
              <a:buFont typeface="Arial"/>
              <a:buNone/>
            </a:pPr>
            <a:fld id="{00000000-1234-1234-1234-123412341234}" type="slidenum">
              <a:rPr b="0" i="0" lang="en-US" sz="1400" u="none" cap="none" strike="noStrike">
                <a:solidFill>
                  <a:srgbClr val="000000"/>
                </a:solidFill>
                <a:latin typeface="Arial"/>
                <a:ea typeface="Arial"/>
                <a:cs typeface="Arial"/>
                <a:sym typeface="Arial"/>
              </a:rPr>
              <a:t>‹#›</a:t>
            </a:fld>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415600" y="593366"/>
            <a:ext cx="11360700" cy="763500"/>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buClr>
                <a:schemeClr val="dk1"/>
              </a:buClr>
              <a:buFont typeface="Oswald"/>
              <a:buNone/>
              <a:defRPr b="0" i="0" sz="4000" u="none" cap="none" strike="noStrike">
                <a:solidFill>
                  <a:schemeClr val="dk1"/>
                </a:solidFill>
                <a:latin typeface="Oswald"/>
                <a:ea typeface="Oswald"/>
                <a:cs typeface="Oswald"/>
                <a:sym typeface="Oswald"/>
              </a:defRPr>
            </a:lvl1pPr>
            <a:lvl2pPr indent="0" lvl="1">
              <a:spcBef>
                <a:spcPts val="0"/>
              </a:spcBef>
              <a:buClr>
                <a:schemeClr val="dk1"/>
              </a:buClr>
              <a:buFont typeface="Oswald"/>
              <a:buNone/>
              <a:defRPr sz="4000">
                <a:solidFill>
                  <a:schemeClr val="dk1"/>
                </a:solidFill>
                <a:latin typeface="Oswald"/>
                <a:ea typeface="Oswald"/>
                <a:cs typeface="Oswald"/>
                <a:sym typeface="Oswald"/>
              </a:defRPr>
            </a:lvl2pPr>
            <a:lvl3pPr indent="0" lvl="2">
              <a:spcBef>
                <a:spcPts val="0"/>
              </a:spcBef>
              <a:buClr>
                <a:schemeClr val="dk1"/>
              </a:buClr>
              <a:buFont typeface="Oswald"/>
              <a:buNone/>
              <a:defRPr sz="4000">
                <a:solidFill>
                  <a:schemeClr val="dk1"/>
                </a:solidFill>
                <a:latin typeface="Oswald"/>
                <a:ea typeface="Oswald"/>
                <a:cs typeface="Oswald"/>
                <a:sym typeface="Oswald"/>
              </a:defRPr>
            </a:lvl3pPr>
            <a:lvl4pPr indent="0" lvl="3">
              <a:spcBef>
                <a:spcPts val="0"/>
              </a:spcBef>
              <a:buClr>
                <a:schemeClr val="dk1"/>
              </a:buClr>
              <a:buFont typeface="Oswald"/>
              <a:buNone/>
              <a:defRPr sz="4000">
                <a:solidFill>
                  <a:schemeClr val="dk1"/>
                </a:solidFill>
                <a:latin typeface="Oswald"/>
                <a:ea typeface="Oswald"/>
                <a:cs typeface="Oswald"/>
                <a:sym typeface="Oswald"/>
              </a:defRPr>
            </a:lvl4pPr>
            <a:lvl5pPr indent="0" lvl="4">
              <a:spcBef>
                <a:spcPts val="0"/>
              </a:spcBef>
              <a:buClr>
                <a:schemeClr val="dk1"/>
              </a:buClr>
              <a:buFont typeface="Oswald"/>
              <a:buNone/>
              <a:defRPr sz="4000">
                <a:solidFill>
                  <a:schemeClr val="dk1"/>
                </a:solidFill>
                <a:latin typeface="Oswald"/>
                <a:ea typeface="Oswald"/>
                <a:cs typeface="Oswald"/>
                <a:sym typeface="Oswald"/>
              </a:defRPr>
            </a:lvl5pPr>
            <a:lvl6pPr indent="0" lvl="5">
              <a:spcBef>
                <a:spcPts val="0"/>
              </a:spcBef>
              <a:buClr>
                <a:schemeClr val="dk1"/>
              </a:buClr>
              <a:buFont typeface="Oswald"/>
              <a:buNone/>
              <a:defRPr sz="4000">
                <a:solidFill>
                  <a:schemeClr val="dk1"/>
                </a:solidFill>
                <a:latin typeface="Oswald"/>
                <a:ea typeface="Oswald"/>
                <a:cs typeface="Oswald"/>
                <a:sym typeface="Oswald"/>
              </a:defRPr>
            </a:lvl6pPr>
            <a:lvl7pPr indent="0" lvl="6">
              <a:spcBef>
                <a:spcPts val="0"/>
              </a:spcBef>
              <a:buClr>
                <a:schemeClr val="dk1"/>
              </a:buClr>
              <a:buFont typeface="Oswald"/>
              <a:buNone/>
              <a:defRPr sz="4000">
                <a:solidFill>
                  <a:schemeClr val="dk1"/>
                </a:solidFill>
                <a:latin typeface="Oswald"/>
                <a:ea typeface="Oswald"/>
                <a:cs typeface="Oswald"/>
                <a:sym typeface="Oswald"/>
              </a:defRPr>
            </a:lvl7pPr>
            <a:lvl8pPr indent="0" lvl="7">
              <a:spcBef>
                <a:spcPts val="0"/>
              </a:spcBef>
              <a:buClr>
                <a:schemeClr val="dk1"/>
              </a:buClr>
              <a:buFont typeface="Oswald"/>
              <a:buNone/>
              <a:defRPr sz="4000">
                <a:solidFill>
                  <a:schemeClr val="dk1"/>
                </a:solidFill>
                <a:latin typeface="Oswald"/>
                <a:ea typeface="Oswald"/>
                <a:cs typeface="Oswald"/>
                <a:sym typeface="Oswald"/>
              </a:defRPr>
            </a:lvl8pPr>
            <a:lvl9pPr indent="0" lvl="8">
              <a:spcBef>
                <a:spcPts val="0"/>
              </a:spcBef>
              <a:buClr>
                <a:schemeClr val="dk1"/>
              </a:buClr>
              <a:buFont typeface="Oswald"/>
              <a:buNone/>
              <a:defRPr sz="4000">
                <a:solidFill>
                  <a:schemeClr val="dk1"/>
                </a:solidFill>
                <a:latin typeface="Oswald"/>
                <a:ea typeface="Oswald"/>
                <a:cs typeface="Oswald"/>
                <a:sym typeface="Oswald"/>
              </a:defRPr>
            </a:lvl9pPr>
          </a:lstStyle>
          <a:p/>
        </p:txBody>
      </p:sp>
      <p:sp>
        <p:nvSpPr>
          <p:cNvPr id="7" name="Shape 7"/>
          <p:cNvSpPr txBox="1"/>
          <p:nvPr>
            <p:ph idx="1" type="body"/>
          </p:nvPr>
        </p:nvSpPr>
        <p:spPr>
          <a:xfrm>
            <a:off x="415600" y="1536633"/>
            <a:ext cx="11360700" cy="4555199"/>
          </a:xfrm>
          <a:prstGeom prst="rect">
            <a:avLst/>
          </a:prstGeom>
          <a:noFill/>
          <a:ln>
            <a:noFill/>
          </a:ln>
        </p:spPr>
        <p:txBody>
          <a:bodyPr anchorCtr="0" anchor="t" bIns="91425" lIns="91425" rIns="91425" tIns="91425"/>
          <a:lstStyle>
            <a:lvl1pPr indent="0" lvl="0" marL="0" marR="0" rtl="0" algn="l">
              <a:lnSpc>
                <a:spcPct val="115000"/>
              </a:lnSpc>
              <a:spcBef>
                <a:spcPts val="0"/>
              </a:spcBef>
              <a:spcAft>
                <a:spcPts val="2100"/>
              </a:spcAft>
              <a:buClr>
                <a:schemeClr val="accent3"/>
              </a:buClr>
              <a:buFont typeface="Average"/>
              <a:buNone/>
              <a:defRPr b="0" i="0" sz="2400" u="none" cap="none" strike="noStrike">
                <a:solidFill>
                  <a:schemeClr val="accent3"/>
                </a:solidFill>
                <a:latin typeface="Average"/>
                <a:ea typeface="Average"/>
                <a:cs typeface="Average"/>
                <a:sym typeface="Average"/>
              </a:defRPr>
            </a:lvl1pPr>
            <a:lvl2pPr indent="0" lvl="1" marL="4572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2pPr>
            <a:lvl3pPr indent="0" lvl="2" marL="9144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3pPr>
            <a:lvl4pPr indent="0" lvl="3" marL="13716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4pPr>
            <a:lvl5pPr indent="0" lvl="4" marL="18288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5pPr>
            <a:lvl6pPr indent="0" lvl="5" marL="22860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6pPr>
            <a:lvl7pPr indent="0" lvl="6" marL="27432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7pPr>
            <a:lvl8pPr indent="0" lvl="7" marL="32004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8pPr>
            <a:lvl9pPr indent="0" lvl="8" marL="3657600" marR="0" rtl="0" algn="l">
              <a:lnSpc>
                <a:spcPct val="115000"/>
              </a:lnSpc>
              <a:spcBef>
                <a:spcPts val="0"/>
              </a:spcBef>
              <a:spcAft>
                <a:spcPts val="2100"/>
              </a:spcAft>
              <a:buClr>
                <a:schemeClr val="accent3"/>
              </a:buClr>
              <a:buFont typeface="Average"/>
              <a:buNone/>
              <a:defRPr b="0" i="0" sz="1900" u="none" cap="none" strike="noStrike">
                <a:solidFill>
                  <a:schemeClr val="accent3"/>
                </a:solidFill>
                <a:latin typeface="Average"/>
                <a:ea typeface="Average"/>
                <a:cs typeface="Average"/>
                <a:sym typeface="Average"/>
              </a:defRPr>
            </a:lvl9pPr>
          </a:lstStyle>
          <a:p/>
        </p:txBody>
      </p:sp>
      <p:sp>
        <p:nvSpPr>
          <p:cNvPr id="8" name="Shape 8"/>
          <p:cNvSpPr txBox="1"/>
          <p:nvPr>
            <p:ph idx="12" type="sldNum"/>
          </p:nvPr>
        </p:nvSpPr>
        <p:spPr>
          <a:xfrm>
            <a:off x="11320332" y="6241344"/>
            <a:ext cx="731700" cy="524699"/>
          </a:xfrm>
          <a:prstGeom prst="rect">
            <a:avLst/>
          </a:prstGeom>
          <a:noFill/>
          <a:ln>
            <a:noFill/>
          </a:ln>
        </p:spPr>
        <p:txBody>
          <a:bodyPr anchorCtr="0" anchor="ctr" bIns="121900" lIns="121900" rIns="121900" tIns="121900">
            <a:noAutofit/>
          </a:bodyPr>
          <a:lstStyle/>
          <a:p>
            <a:pPr indent="0" lvl="0" marL="0" marR="0" rtl="0" algn="r">
              <a:lnSpc>
                <a:spcPct val="100000"/>
              </a:lnSpc>
              <a:spcBef>
                <a:spcPts val="0"/>
              </a:spcBef>
              <a:spcAft>
                <a:spcPts val="0"/>
              </a:spcAft>
              <a:buClr>
                <a:schemeClr val="accent3"/>
              </a:buClr>
              <a:buSzPct val="25000"/>
              <a:buFont typeface="Average"/>
              <a:buNone/>
            </a:pPr>
            <a:fld id="{00000000-1234-1234-1234-123412341234}" type="slidenum">
              <a:rPr b="0" i="0" lang="en-US" sz="1300" u="none" cap="none" strike="noStrike">
                <a:solidFill>
                  <a:schemeClr val="accent3"/>
                </a:solidFill>
                <a:latin typeface="Average"/>
                <a:ea typeface="Average"/>
                <a:cs typeface="Average"/>
                <a:sym typeface="Average"/>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0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0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0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0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0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0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0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0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0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0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0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0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4" name="Shape 64"/>
        <p:cNvGrpSpPr/>
        <p:nvPr/>
      </p:nvGrpSpPr>
      <p:grpSpPr>
        <a:xfrm>
          <a:off x="0" y="0"/>
          <a:ext cx="0" cy="0"/>
          <a:chOff x="0" y="0"/>
          <a:chExt cx="0" cy="0"/>
        </a:xfrm>
      </p:grpSpPr>
      <p:sp>
        <p:nvSpPr>
          <p:cNvPr id="65" name="Shape 65"/>
          <p:cNvSpPr txBox="1"/>
          <p:nvPr>
            <p:ph type="title"/>
          </p:nvPr>
        </p:nvSpPr>
        <p:spPr>
          <a:xfrm>
            <a:off x="861150" y="995975"/>
            <a:ext cx="10469700" cy="2755200"/>
          </a:xfrm>
          <a:prstGeom prst="rect">
            <a:avLst/>
          </a:prstGeom>
          <a:noFill/>
          <a:ln>
            <a:noFill/>
          </a:ln>
        </p:spPr>
        <p:txBody>
          <a:bodyPr anchorCtr="0" anchor="b" bIns="45700" lIns="91425" rIns="91425" tIns="45700">
            <a:noAutofit/>
          </a:bodyPr>
          <a:lstStyle/>
          <a:p>
            <a:pPr indent="0" lvl="0" marL="0" marR="0" rtl="0" algn="ctr">
              <a:lnSpc>
                <a:spcPct val="90000"/>
              </a:lnSpc>
              <a:spcBef>
                <a:spcPts val="0"/>
              </a:spcBef>
              <a:spcAft>
                <a:spcPts val="0"/>
              </a:spcAft>
              <a:buClr>
                <a:schemeClr val="dk1"/>
              </a:buClr>
              <a:buSzPct val="25000"/>
              <a:buFont typeface="Calibri"/>
              <a:buNone/>
            </a:pPr>
            <a:r>
              <a:rPr b="0" i="0" lang="en-US" sz="9000" u="none" cap="none" strike="noStrike">
                <a:solidFill>
                  <a:schemeClr val="dk1"/>
                </a:solidFill>
                <a:latin typeface="Oswald"/>
                <a:ea typeface="Oswald"/>
                <a:cs typeface="Oswald"/>
                <a:sym typeface="Oswald"/>
              </a:rPr>
              <a:t>Shallow Blue</a:t>
            </a:r>
          </a:p>
        </p:txBody>
      </p:sp>
      <p:sp>
        <p:nvSpPr>
          <p:cNvPr id="66" name="Shape 66"/>
          <p:cNvSpPr txBox="1"/>
          <p:nvPr>
            <p:ph idx="4294967295" type="subTitle"/>
          </p:nvPr>
        </p:nvSpPr>
        <p:spPr>
          <a:xfrm>
            <a:off x="895050" y="3592092"/>
            <a:ext cx="10401899" cy="1056899"/>
          </a:xfrm>
          <a:prstGeom prst="rect">
            <a:avLst/>
          </a:prstGeom>
          <a:noFill/>
          <a:ln>
            <a:noFill/>
          </a:ln>
        </p:spPr>
        <p:txBody>
          <a:bodyPr anchorCtr="0" anchor="t" bIns="45700" lIns="91425" rIns="91425" tIns="45700">
            <a:noAutofit/>
          </a:bodyPr>
          <a:lstStyle/>
          <a:p>
            <a:pPr indent="0" lvl="0" marL="0" marR="0" rtl="0" algn="ctr">
              <a:lnSpc>
                <a:spcPct val="100000"/>
              </a:lnSpc>
              <a:spcBef>
                <a:spcPts val="0"/>
              </a:spcBef>
              <a:spcAft>
                <a:spcPts val="0"/>
              </a:spcAft>
              <a:buClr>
                <a:srgbClr val="000000"/>
              </a:buClr>
              <a:buSzPct val="25000"/>
              <a:buFont typeface="Arial"/>
              <a:buNone/>
            </a:pPr>
            <a:r>
              <a:rPr b="1" i="0" lang="en-US" sz="1200" u="none" cap="none" strike="sngStrike">
                <a:solidFill>
                  <a:srgbClr val="FF9900"/>
                </a:solidFill>
                <a:latin typeface="Average"/>
                <a:ea typeface="Average"/>
                <a:cs typeface="Average"/>
                <a:sym typeface="Average"/>
              </a:rPr>
              <a:t>x x x x</a:t>
            </a:r>
          </a:p>
          <a:p>
            <a:pPr indent="0" lvl="0" marL="0" marR="0" rtl="0" algn="ctr">
              <a:lnSpc>
                <a:spcPct val="90000"/>
              </a:lnSpc>
              <a:spcBef>
                <a:spcPts val="0"/>
              </a:spcBef>
              <a:spcAft>
                <a:spcPts val="0"/>
              </a:spcAft>
              <a:buClr>
                <a:schemeClr val="dk1"/>
              </a:buClr>
              <a:buSzPct val="25000"/>
              <a:buFont typeface="Arial"/>
              <a:buNone/>
            </a:pPr>
            <a:br>
              <a:rPr b="0" i="0" lang="en-US" sz="1400" u="none" cap="none" strike="noStrike">
                <a:solidFill>
                  <a:srgbClr val="4A86E8"/>
                </a:solidFill>
                <a:latin typeface="Average"/>
                <a:ea typeface="Average"/>
                <a:cs typeface="Average"/>
                <a:sym typeface="Average"/>
              </a:rPr>
            </a:br>
            <a:r>
              <a:rPr b="0" i="0" lang="en-US" sz="1400" u="none" cap="none" strike="noStrike">
                <a:solidFill>
                  <a:srgbClr val="4A86E8"/>
                </a:solidFill>
                <a:latin typeface="Average"/>
                <a:ea typeface="Average"/>
                <a:cs typeface="Average"/>
                <a:sym typeface="Average"/>
              </a:rPr>
              <a:t>Jomar Dizon, Zachariah Dohogne, Stephen Gilbert, Kevin Quintero, and Brent Williams</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0" name="Shape 70"/>
        <p:cNvGrpSpPr/>
        <p:nvPr/>
      </p:nvGrpSpPr>
      <p:grpSpPr>
        <a:xfrm>
          <a:off x="0" y="0"/>
          <a:ext cx="0" cy="0"/>
          <a:chOff x="0" y="0"/>
          <a:chExt cx="0" cy="0"/>
        </a:xfrm>
      </p:grpSpPr>
      <p:sp>
        <p:nvSpPr>
          <p:cNvPr id="71" name="Shape 71"/>
          <p:cNvSpPr txBox="1"/>
          <p:nvPr>
            <p:ph type="title"/>
          </p:nvPr>
        </p:nvSpPr>
        <p:spPr>
          <a:xfrm>
            <a:off x="882300" y="3009900"/>
            <a:ext cx="10469700" cy="1041400"/>
          </a:xfrm>
          <a:prstGeom prst="rect">
            <a:avLst/>
          </a:prstGeom>
          <a:noFill/>
          <a:ln>
            <a:noFill/>
          </a:ln>
        </p:spPr>
        <p:txBody>
          <a:bodyPr anchorCtr="0" anchor="ctr" bIns="121900" lIns="121900" rIns="121900" tIns="121900">
            <a:noAutofit/>
          </a:bodyPr>
          <a:lstStyle/>
          <a:p>
            <a:pPr indent="0" lvl="0" marL="0" marR="0" rtl="0" algn="ctr">
              <a:lnSpc>
                <a:spcPct val="100000"/>
              </a:lnSpc>
              <a:spcBef>
                <a:spcPts val="0"/>
              </a:spcBef>
              <a:spcAft>
                <a:spcPts val="0"/>
              </a:spcAft>
              <a:buClr>
                <a:srgbClr val="000000"/>
              </a:buClr>
              <a:buSzPct val="25000"/>
              <a:buFont typeface="Oswald"/>
              <a:buNone/>
            </a:pPr>
            <a:r>
              <a:rPr b="1" i="0" lang="en-US" sz="4800" u="none" cap="none" strike="noStrike">
                <a:solidFill>
                  <a:schemeClr val="dk1"/>
                </a:solidFill>
                <a:latin typeface="Oswald"/>
                <a:ea typeface="Oswald"/>
                <a:cs typeface="Oswald"/>
                <a:sym typeface="Oswald"/>
              </a:rPr>
              <a:t>Requirements</a:t>
            </a:r>
            <a:br>
              <a:rPr b="1" i="0" lang="en-US" sz="4800" u="none" cap="none" strike="noStrike">
                <a:solidFill>
                  <a:schemeClr val="dk1"/>
                </a:solidFill>
                <a:latin typeface="Oswald"/>
                <a:ea typeface="Oswald"/>
                <a:cs typeface="Oswald"/>
                <a:sym typeface="Oswald"/>
              </a:rPr>
            </a:br>
            <a:r>
              <a:rPr b="1" i="0" lang="en-US" sz="1200" u="none" cap="none" strike="sngStrike">
                <a:solidFill>
                  <a:srgbClr val="FF9900"/>
                </a:solidFill>
                <a:latin typeface="Average"/>
                <a:ea typeface="Average"/>
                <a:cs typeface="Average"/>
                <a:sym typeface="Average"/>
              </a:rPr>
              <a:t>x x x x</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5" name="Shape 75"/>
        <p:cNvGrpSpPr/>
        <p:nvPr/>
      </p:nvGrpSpPr>
      <p:grpSpPr>
        <a:xfrm>
          <a:off x="0" y="0"/>
          <a:ext cx="0" cy="0"/>
          <a:chOff x="0" y="0"/>
          <a:chExt cx="0" cy="0"/>
        </a:xfrm>
      </p:grpSpPr>
      <p:sp>
        <p:nvSpPr>
          <p:cNvPr id="76" name="Shape 76"/>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Average"/>
                <a:ea typeface="Average"/>
                <a:cs typeface="Average"/>
                <a:sym typeface="Average"/>
              </a:rPr>
              <a:t>Interview - Technical Details</a:t>
            </a:r>
          </a:p>
        </p:txBody>
      </p:sp>
      <p:sp>
        <p:nvSpPr>
          <p:cNvPr id="77" name="Shape 77"/>
          <p:cNvSpPr txBox="1"/>
          <p:nvPr>
            <p:ph idx="1" type="body"/>
          </p:nvPr>
        </p:nvSpPr>
        <p:spPr>
          <a:xfrm>
            <a:off x="838200" y="1825625"/>
            <a:ext cx="10515599" cy="4351199"/>
          </a:xfrm>
          <a:prstGeom prst="rect">
            <a:avLst/>
          </a:prstGeom>
          <a:noFill/>
          <a:ln>
            <a:noFill/>
          </a:ln>
        </p:spPr>
        <p:txBody>
          <a:bodyPr anchorCtr="0" anchor="t" bIns="121900" lIns="121900" rIns="121900" tIns="121900">
            <a:noAutofit/>
          </a:bodyPr>
          <a:lstStyle/>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chemeClr val="dk1"/>
                </a:solidFill>
                <a:latin typeface="Average"/>
                <a:ea typeface="Average"/>
                <a:cs typeface="Average"/>
                <a:sym typeface="Average"/>
              </a:rPr>
              <a:t>Attendees: Kevin Quintero, Jomar Dizon, Professor Yuan (client) </a:t>
            </a:r>
          </a:p>
          <a:p>
            <a:pPr indent="0" lvl="0" marL="0" marR="0" rtl="0" algn="l">
              <a:lnSpc>
                <a:spcPct val="100000"/>
              </a:lnSpc>
              <a:spcBef>
                <a:spcPts val="0"/>
              </a:spcBef>
              <a:spcAft>
                <a:spcPts val="0"/>
              </a:spcAft>
              <a:buClr>
                <a:schemeClr val="dk1"/>
              </a:buClr>
              <a:buSzPct val="25000"/>
              <a:buFont typeface="Arial"/>
              <a:buNone/>
            </a:pPr>
            <a:r>
              <a:t/>
            </a:r>
            <a:endParaRPr b="0" i="0" sz="18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rgbClr val="4A86E8"/>
                </a:solidFill>
                <a:latin typeface="Average"/>
                <a:ea typeface="Average"/>
                <a:cs typeface="Average"/>
                <a:sym typeface="Average"/>
              </a:rPr>
              <a:t>Q. </a:t>
            </a:r>
            <a:r>
              <a:rPr b="0" i="0" lang="en-US" sz="1800" u="none" cap="none" strike="noStrike">
                <a:solidFill>
                  <a:schemeClr val="dk1"/>
                </a:solidFill>
                <a:latin typeface="Average"/>
                <a:ea typeface="Average"/>
                <a:cs typeface="Average"/>
                <a:sym typeface="Average"/>
              </a:rPr>
              <a:t>Do you want each user to be stored in a server database or a text file? </a:t>
            </a:r>
          </a:p>
          <a:p>
            <a:pPr indent="0" lvl="0" marL="457200" marR="0" rtl="0" algn="l">
              <a:lnSpc>
                <a:spcPct val="100000"/>
              </a:lnSpc>
              <a:spcBef>
                <a:spcPts val="0"/>
              </a:spcBef>
              <a:spcAft>
                <a:spcPts val="0"/>
              </a:spcAft>
              <a:buClr>
                <a:schemeClr val="dk1"/>
              </a:buClr>
              <a:buSzPct val="25000"/>
              <a:buFont typeface="Arial"/>
              <a:buNone/>
            </a:pPr>
            <a:r>
              <a:rPr b="0" i="1" lang="en-US" sz="1800" u="none" cap="none" strike="noStrike">
                <a:solidFill>
                  <a:srgbClr val="FF9900"/>
                </a:solidFill>
                <a:latin typeface="Average"/>
                <a:ea typeface="Average"/>
                <a:cs typeface="Average"/>
                <a:sym typeface="Average"/>
              </a:rPr>
              <a:t>The information can be stored in either a database or text file. The following information must be stored per player User ID, Wins, Loses, Ties.</a:t>
            </a:r>
          </a:p>
          <a:p>
            <a:pPr indent="0" lvl="0" marL="457200" marR="0" rtl="0" algn="l">
              <a:lnSpc>
                <a:spcPct val="100000"/>
              </a:lnSpc>
              <a:spcBef>
                <a:spcPts val="0"/>
              </a:spcBef>
              <a:spcAft>
                <a:spcPts val="0"/>
              </a:spcAft>
              <a:buClr>
                <a:schemeClr val="dk1"/>
              </a:buClr>
              <a:buSzPct val="25000"/>
              <a:buFont typeface="Arial"/>
              <a:buNone/>
            </a:pPr>
            <a:r>
              <a:t/>
            </a:r>
            <a:endParaRPr b="0" i="1" sz="1800" u="none" cap="none" strike="noStrike">
              <a:solidFill>
                <a:srgbClr val="FF9900"/>
              </a:solidFill>
              <a:latin typeface="Average"/>
              <a:ea typeface="Average"/>
              <a:cs typeface="Average"/>
              <a:sym typeface="Average"/>
            </a:endParaRP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rgbClr val="4A86E8"/>
                </a:solidFill>
                <a:latin typeface="Average"/>
                <a:ea typeface="Average"/>
                <a:cs typeface="Average"/>
                <a:sym typeface="Average"/>
              </a:rPr>
              <a:t>Q. </a:t>
            </a:r>
            <a:r>
              <a:rPr b="0" i="0" lang="en-US" sz="1800" u="none" cap="none" strike="noStrike">
                <a:solidFill>
                  <a:schemeClr val="dk1"/>
                </a:solidFill>
                <a:latin typeface="Average"/>
                <a:ea typeface="Average"/>
                <a:cs typeface="Average"/>
                <a:sym typeface="Average"/>
              </a:rPr>
              <a:t>Can you explain the retrieval of win/loss records?</a:t>
            </a:r>
          </a:p>
          <a:p>
            <a:pPr indent="457200" lvl="0" marL="0" marR="0" rtl="0" algn="l">
              <a:lnSpc>
                <a:spcPct val="100000"/>
              </a:lnSpc>
              <a:spcBef>
                <a:spcPts val="0"/>
              </a:spcBef>
              <a:spcAft>
                <a:spcPts val="0"/>
              </a:spcAft>
              <a:buClr>
                <a:schemeClr val="dk1"/>
              </a:buClr>
              <a:buSzPct val="25000"/>
              <a:buFont typeface="Arial"/>
              <a:buNone/>
            </a:pPr>
            <a:r>
              <a:rPr b="0" i="1" lang="en-US" sz="1800" u="none" cap="none" strike="noStrike">
                <a:solidFill>
                  <a:srgbClr val="FF9900"/>
                </a:solidFill>
                <a:latin typeface="Average"/>
                <a:ea typeface="Average"/>
                <a:cs typeface="Average"/>
                <a:sym typeface="Average"/>
              </a:rPr>
              <a:t>History should be accessible only in the main menu by searching the player’s user name.</a:t>
            </a:r>
          </a:p>
          <a:p>
            <a:pPr indent="457200" lvl="0" marL="0" marR="0" rtl="0" algn="l">
              <a:lnSpc>
                <a:spcPct val="100000"/>
              </a:lnSpc>
              <a:spcBef>
                <a:spcPts val="0"/>
              </a:spcBef>
              <a:spcAft>
                <a:spcPts val="0"/>
              </a:spcAft>
              <a:buClr>
                <a:schemeClr val="dk1"/>
              </a:buClr>
              <a:buSzPct val="25000"/>
              <a:buFont typeface="Arial"/>
              <a:buNone/>
            </a:pPr>
            <a:r>
              <a:t/>
            </a:r>
            <a:endParaRPr b="0" i="1" sz="1800" u="none" cap="none" strike="noStrike">
              <a:solidFill>
                <a:srgbClr val="FF9900"/>
              </a:solidFill>
              <a:latin typeface="Average"/>
              <a:ea typeface="Average"/>
              <a:cs typeface="Average"/>
              <a:sym typeface="Average"/>
            </a:endParaRPr>
          </a:p>
          <a:p>
            <a:pPr indent="0" lvl="0" marL="0" marR="0" rtl="0" algn="l">
              <a:lnSpc>
                <a:spcPct val="100000"/>
              </a:lnSpc>
              <a:spcBef>
                <a:spcPts val="0"/>
              </a:spcBef>
              <a:spcAft>
                <a:spcPts val="0"/>
              </a:spcAft>
              <a:buClr>
                <a:schemeClr val="dk1"/>
              </a:buClr>
              <a:buSzPct val="25000"/>
              <a:buFont typeface="Arial"/>
              <a:buNone/>
            </a:pPr>
            <a:r>
              <a:rPr b="0" i="0" lang="en-US" sz="1800" u="none" cap="none" strike="noStrike">
                <a:solidFill>
                  <a:srgbClr val="4A86E8"/>
                </a:solidFill>
                <a:latin typeface="Average"/>
                <a:ea typeface="Average"/>
                <a:cs typeface="Average"/>
                <a:sym typeface="Average"/>
              </a:rPr>
              <a:t>Q. </a:t>
            </a:r>
            <a:r>
              <a:rPr b="0" i="0" lang="en-US" sz="1800" u="none" cap="none" strike="noStrike">
                <a:solidFill>
                  <a:schemeClr val="dk1"/>
                </a:solidFill>
                <a:latin typeface="Average"/>
                <a:ea typeface="Average"/>
                <a:cs typeface="Average"/>
                <a:sym typeface="Average"/>
              </a:rPr>
              <a:t>How easy, medium, hard do you want it to be?</a:t>
            </a:r>
          </a:p>
          <a:p>
            <a:pPr indent="457200" lvl="0" marL="0" marR="0" rtl="0" algn="l">
              <a:lnSpc>
                <a:spcPct val="100000"/>
              </a:lnSpc>
              <a:spcBef>
                <a:spcPts val="0"/>
              </a:spcBef>
              <a:spcAft>
                <a:spcPts val="0"/>
              </a:spcAft>
              <a:buClr>
                <a:schemeClr val="dk1"/>
              </a:buClr>
              <a:buSzPct val="25000"/>
              <a:buFont typeface="Arial"/>
              <a:buNone/>
            </a:pPr>
            <a:r>
              <a:rPr b="0" i="1" lang="en-US" sz="1800" u="none" cap="none" strike="noStrike">
                <a:solidFill>
                  <a:srgbClr val="FF9900"/>
                </a:solidFill>
                <a:latin typeface="Average"/>
                <a:ea typeface="Average"/>
                <a:cs typeface="Average"/>
                <a:sym typeface="Average"/>
              </a:rPr>
              <a:t>Easy – random number generator is acceptable</a:t>
            </a:r>
          </a:p>
          <a:p>
            <a:pPr indent="457200" lvl="0" marL="0" marR="0" rtl="0" algn="l">
              <a:lnSpc>
                <a:spcPct val="100000"/>
              </a:lnSpc>
              <a:spcBef>
                <a:spcPts val="0"/>
              </a:spcBef>
              <a:spcAft>
                <a:spcPts val="0"/>
              </a:spcAft>
              <a:buClr>
                <a:schemeClr val="dk1"/>
              </a:buClr>
              <a:buSzPct val="25000"/>
              <a:buFont typeface="Arial"/>
              <a:buNone/>
            </a:pPr>
            <a:r>
              <a:rPr b="0" i="1" lang="en-US" sz="1800" u="none" cap="none" strike="noStrike">
                <a:solidFill>
                  <a:srgbClr val="FF9900"/>
                </a:solidFill>
                <a:latin typeface="Average"/>
                <a:ea typeface="Average"/>
                <a:cs typeface="Average"/>
                <a:sym typeface="Average"/>
              </a:rPr>
              <a:t>Medium- Should be competitive. </a:t>
            </a:r>
          </a:p>
          <a:p>
            <a:pPr indent="457200" lvl="0" marL="0" marR="0" rtl="0" algn="l">
              <a:lnSpc>
                <a:spcPct val="100000"/>
              </a:lnSpc>
              <a:spcBef>
                <a:spcPts val="0"/>
              </a:spcBef>
              <a:spcAft>
                <a:spcPts val="0"/>
              </a:spcAft>
              <a:buClr>
                <a:schemeClr val="dk1"/>
              </a:buClr>
              <a:buSzPct val="25000"/>
              <a:buFont typeface="Arial"/>
              <a:buNone/>
            </a:pPr>
            <a:r>
              <a:rPr b="0" i="1" lang="en-US" sz="1800" u="none" cap="none" strike="noStrike">
                <a:solidFill>
                  <a:srgbClr val="FF9900"/>
                </a:solidFill>
                <a:latin typeface="Average"/>
                <a:ea typeface="Average"/>
                <a:cs typeface="Average"/>
                <a:sym typeface="Average"/>
              </a:rPr>
              <a:t>Hard – Must win majority of the time.</a:t>
            </a:r>
          </a:p>
          <a:p>
            <a:pPr indent="-50800" lvl="0" marL="228600" marR="0" rtl="0" algn="l">
              <a:lnSpc>
                <a:spcPct val="100000"/>
              </a:lnSpc>
              <a:spcBef>
                <a:spcPts val="0"/>
              </a:spcBef>
              <a:spcAft>
                <a:spcPts val="0"/>
              </a:spcAft>
              <a:buClr>
                <a:schemeClr val="dk1"/>
              </a:buClr>
              <a:buSzPct val="25000"/>
              <a:buFont typeface="Arial"/>
              <a:buNone/>
            </a:pPr>
            <a:r>
              <a:t/>
            </a:r>
            <a:endParaRPr b="0" i="1" sz="1800" u="none" cap="none" strike="noStrike">
              <a:solidFill>
                <a:srgbClr val="FF9900"/>
              </a:solidFill>
              <a:latin typeface="Average"/>
              <a:ea typeface="Average"/>
              <a:cs typeface="Average"/>
              <a:sym typeface="Average"/>
            </a:endParaRPr>
          </a:p>
          <a:p>
            <a:pPr indent="-50800" lvl="0" marL="228600" marR="0" rtl="0" algn="l">
              <a:lnSpc>
                <a:spcPct val="100000"/>
              </a:lnSpc>
              <a:spcBef>
                <a:spcPts val="0"/>
              </a:spcBef>
              <a:spcAft>
                <a:spcPts val="0"/>
              </a:spcAft>
              <a:buClr>
                <a:schemeClr val="dk1"/>
              </a:buClr>
              <a:buSzPct val="25000"/>
              <a:buFont typeface="Arial"/>
              <a:buNone/>
            </a:pPr>
            <a:r>
              <a:t/>
            </a:r>
            <a:endParaRPr b="0" i="1" sz="1800" u="none" cap="none" strike="noStrike">
              <a:solidFill>
                <a:srgbClr val="FF9900"/>
              </a:solidFill>
              <a:latin typeface="Average"/>
              <a:ea typeface="Average"/>
              <a:cs typeface="Average"/>
              <a:sym typeface="Average"/>
            </a:endParaRPr>
          </a:p>
        </p:txBody>
      </p:sp>
      <p:pic>
        <p:nvPicPr>
          <p:cNvPr id="78" name="Shape 78"/>
          <p:cNvPicPr preferRelativeResize="0"/>
          <p:nvPr/>
        </p:nvPicPr>
        <p:blipFill rotWithShape="1">
          <a:blip r:embed="rId3">
            <a:alphaModFix/>
          </a:blip>
          <a:srcRect b="0" l="0" r="0" t="0"/>
          <a:stretch/>
        </p:blipFill>
        <p:spPr>
          <a:xfrm>
            <a:off x="11353800" y="5907932"/>
            <a:ext cx="807383" cy="80738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2" name="Shape 82"/>
        <p:cNvGrpSpPr/>
        <p:nvPr/>
      </p:nvGrpSpPr>
      <p:grpSpPr>
        <a:xfrm>
          <a:off x="0" y="0"/>
          <a:ext cx="0" cy="0"/>
          <a:chOff x="0" y="0"/>
          <a:chExt cx="0" cy="0"/>
        </a:xfrm>
      </p:grpSpPr>
      <p:sp>
        <p:nvSpPr>
          <p:cNvPr id="83" name="Shape 83"/>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lang="en-US">
                <a:latin typeface="Average"/>
                <a:ea typeface="Average"/>
                <a:cs typeface="Average"/>
                <a:sym typeface="Average"/>
              </a:rPr>
              <a:t>Non-functional Requirements</a:t>
            </a:r>
          </a:p>
        </p:txBody>
      </p:sp>
      <p:sp>
        <p:nvSpPr>
          <p:cNvPr id="84" name="Shape 84"/>
          <p:cNvSpPr txBox="1"/>
          <p:nvPr>
            <p:ph idx="1" type="body"/>
          </p:nvPr>
        </p:nvSpPr>
        <p:spPr>
          <a:xfrm>
            <a:off x="838200" y="1556725"/>
            <a:ext cx="10515600" cy="4351200"/>
          </a:xfrm>
          <a:prstGeom prst="rect">
            <a:avLst/>
          </a:prstGeom>
          <a:noFill/>
          <a:ln>
            <a:noFill/>
          </a:ln>
        </p:spPr>
        <p:txBody>
          <a:bodyPr anchorCtr="0" anchor="t" bIns="121900" lIns="121900" rIns="121900" tIns="121900">
            <a:noAutofit/>
          </a:bodyPr>
          <a:lstStyle/>
          <a:p>
            <a:pPr indent="0" lvl="0" marL="0" marR="0" rtl="0" algn="l">
              <a:lnSpc>
                <a:spcPct val="100000"/>
              </a:lnSpc>
              <a:spcBef>
                <a:spcPts val="0"/>
              </a:spcBef>
              <a:spcAft>
                <a:spcPts val="0"/>
              </a:spcAft>
              <a:buClr>
                <a:schemeClr val="dk1"/>
              </a:buClr>
              <a:buSzPct val="25000"/>
              <a:buFont typeface="Arial"/>
              <a:buNone/>
            </a:pPr>
            <a:r>
              <a:rPr lang="en-US" sz="1800">
                <a:solidFill>
                  <a:srgbClr val="FF9900"/>
                </a:solidFill>
                <a:latin typeface="Average"/>
                <a:ea typeface="Average"/>
                <a:cs typeface="Average"/>
                <a:sym typeface="Average"/>
              </a:rPr>
              <a:t>Cost Constraints</a:t>
            </a:r>
            <a:br>
              <a:rPr lang="en-US" sz="1800">
                <a:solidFill>
                  <a:srgbClr val="4A86E8"/>
                </a:solidFill>
                <a:latin typeface="Average"/>
                <a:ea typeface="Average"/>
                <a:cs typeface="Average"/>
                <a:sym typeface="Average"/>
              </a:rPr>
            </a:br>
            <a:r>
              <a:rPr lang="en-US" sz="1800">
                <a:solidFill>
                  <a:srgbClr val="FFFFFF"/>
                </a:solidFill>
                <a:latin typeface="Average"/>
                <a:ea typeface="Average"/>
                <a:cs typeface="Average"/>
                <a:sym typeface="Average"/>
              </a:rPr>
              <a:t>The coding will be performed in free, open source IDE’s such as Aptana or simple text editors already available on the team’s machines. The execution environment will be the common web browsers such as Safari, Chrome, and Firefox that are readily available for downloading. The team also has access to a web server, should the application make use of MySQL and be deployed on the World Wide Web. </a:t>
            </a:r>
          </a:p>
          <a:p>
            <a:pPr indent="0" lvl="0" marL="0" marR="0" rtl="0" algn="l">
              <a:lnSpc>
                <a:spcPct val="100000"/>
              </a:lnSpc>
              <a:spcBef>
                <a:spcPts val="0"/>
              </a:spcBef>
              <a:spcAft>
                <a:spcPts val="0"/>
              </a:spcAft>
              <a:buClr>
                <a:schemeClr val="dk1"/>
              </a:buClr>
              <a:buSzPct val="25000"/>
              <a:buFont typeface="Arial"/>
              <a:buNone/>
            </a:pPr>
            <a:r>
              <a:rPr lang="en-US" sz="1800">
                <a:solidFill>
                  <a:srgbClr val="4A86E8"/>
                </a:solidFill>
                <a:latin typeface="Average"/>
                <a:ea typeface="Average"/>
                <a:cs typeface="Average"/>
                <a:sym typeface="Average"/>
              </a:rPr>
              <a:t>Thus, Shallow Blue does not anticipate incurring any monetary cost for the project.</a:t>
            </a:r>
            <a:br>
              <a:rPr lang="en-US" sz="1800">
                <a:solidFill>
                  <a:srgbClr val="4A86E8"/>
                </a:solidFill>
                <a:latin typeface="Average"/>
                <a:ea typeface="Average"/>
                <a:cs typeface="Average"/>
                <a:sym typeface="Average"/>
              </a:rPr>
            </a:br>
            <a:br>
              <a:rPr lang="en-US" sz="1800">
                <a:solidFill>
                  <a:srgbClr val="4A86E8"/>
                </a:solidFill>
                <a:latin typeface="Average"/>
                <a:ea typeface="Average"/>
                <a:cs typeface="Average"/>
                <a:sym typeface="Average"/>
              </a:rPr>
            </a:br>
            <a:r>
              <a:rPr lang="en-US" sz="1800">
                <a:solidFill>
                  <a:srgbClr val="FF9900"/>
                </a:solidFill>
                <a:latin typeface="Average"/>
                <a:ea typeface="Average"/>
                <a:cs typeface="Average"/>
                <a:sym typeface="Average"/>
              </a:rPr>
              <a:t>Reliability </a:t>
            </a:r>
            <a:br>
              <a:rPr lang="en-US" sz="1800">
                <a:solidFill>
                  <a:srgbClr val="4A86E8"/>
                </a:solidFill>
                <a:latin typeface="Average"/>
                <a:ea typeface="Average"/>
                <a:cs typeface="Average"/>
                <a:sym typeface="Average"/>
              </a:rPr>
            </a:br>
            <a:r>
              <a:rPr lang="en-US" sz="1800">
                <a:solidFill>
                  <a:srgbClr val="FFFFFF"/>
                </a:solidFill>
                <a:latin typeface="Average"/>
                <a:ea typeface="Average"/>
                <a:cs typeface="Average"/>
                <a:sym typeface="Average"/>
              </a:rPr>
              <a:t>The client wishes for application to have an immediate start up time in the event of a system failure. Restarting the application can be accomplished with a refresh in the browser or navigating to the directory housing the files. If a text file is chosen as the storage format for the match data, then there will be no risk of server downtime. </a:t>
            </a:r>
            <a:br>
              <a:rPr lang="en-US" sz="1800">
                <a:solidFill>
                  <a:srgbClr val="FFFFFF"/>
                </a:solidFill>
                <a:latin typeface="Average"/>
                <a:ea typeface="Average"/>
                <a:cs typeface="Average"/>
                <a:sym typeface="Average"/>
              </a:rPr>
            </a:br>
            <a:br>
              <a:rPr lang="en-US" sz="1800">
                <a:solidFill>
                  <a:srgbClr val="4A86E8"/>
                </a:solidFill>
                <a:latin typeface="Average"/>
                <a:ea typeface="Average"/>
                <a:cs typeface="Average"/>
                <a:sym typeface="Average"/>
              </a:rPr>
            </a:br>
            <a:r>
              <a:rPr lang="en-US" sz="1800">
                <a:solidFill>
                  <a:srgbClr val="FF9900"/>
                </a:solidFill>
                <a:latin typeface="Average"/>
                <a:ea typeface="Average"/>
                <a:cs typeface="Average"/>
                <a:sym typeface="Average"/>
              </a:rPr>
              <a:t>Time Constraints</a:t>
            </a:r>
            <a:br>
              <a:rPr lang="en-US" sz="1800">
                <a:solidFill>
                  <a:srgbClr val="4A86E8"/>
                </a:solidFill>
                <a:latin typeface="Average"/>
                <a:ea typeface="Average"/>
                <a:cs typeface="Average"/>
                <a:sym typeface="Average"/>
              </a:rPr>
            </a:br>
            <a:r>
              <a:rPr lang="en-US" sz="1800">
                <a:solidFill>
                  <a:srgbClr val="FFFFFF"/>
                </a:solidFill>
                <a:latin typeface="Average"/>
                <a:ea typeface="Average"/>
                <a:cs typeface="Average"/>
                <a:sym typeface="Average"/>
              </a:rPr>
              <a:t>The client has decided that this is intended to be a </a:t>
            </a:r>
            <a:r>
              <a:rPr lang="en-US" sz="1800">
                <a:solidFill>
                  <a:srgbClr val="4A86E8"/>
                </a:solidFill>
                <a:latin typeface="Average"/>
                <a:ea typeface="Average"/>
                <a:cs typeface="Average"/>
                <a:sym typeface="Average"/>
              </a:rPr>
              <a:t>one-semester project.</a:t>
            </a:r>
            <a:r>
              <a:rPr lang="en-US" sz="1800">
                <a:solidFill>
                  <a:srgbClr val="FFFFFF"/>
                </a:solidFill>
                <a:latin typeface="Average"/>
                <a:ea typeface="Average"/>
                <a:cs typeface="Average"/>
                <a:sym typeface="Average"/>
              </a:rPr>
              <a:t> The client has specified the following non-negotiable project milestone deadlines:</a:t>
            </a:r>
          </a:p>
          <a:p>
            <a:pPr indent="457200" lvl="0" marL="0" marR="0" rtl="0" algn="l">
              <a:lnSpc>
                <a:spcPct val="100000"/>
              </a:lnSpc>
              <a:spcBef>
                <a:spcPts val="0"/>
              </a:spcBef>
              <a:spcAft>
                <a:spcPts val="0"/>
              </a:spcAft>
              <a:buClr>
                <a:schemeClr val="dk1"/>
              </a:buClr>
              <a:buSzPct val="25000"/>
              <a:buFont typeface="Arial"/>
              <a:buNone/>
            </a:pPr>
            <a:r>
              <a:t/>
            </a:r>
            <a:endParaRPr b="0" i="1" sz="1800" u="none" cap="none" strike="noStrike">
              <a:solidFill>
                <a:srgbClr val="FF9900"/>
              </a:solidFill>
              <a:latin typeface="Average"/>
              <a:ea typeface="Average"/>
              <a:cs typeface="Average"/>
              <a:sym typeface="Average"/>
            </a:endParaRPr>
          </a:p>
          <a:p>
            <a:pPr indent="0" lvl="0" marL="0" marR="0" rtl="0" algn="l">
              <a:lnSpc>
                <a:spcPct val="100000"/>
              </a:lnSpc>
              <a:spcBef>
                <a:spcPts val="0"/>
              </a:spcBef>
              <a:spcAft>
                <a:spcPts val="0"/>
              </a:spcAft>
              <a:buClr>
                <a:schemeClr val="dk1"/>
              </a:buClr>
              <a:buSzPct val="25000"/>
              <a:buFont typeface="Arial"/>
              <a:buNone/>
            </a:pPr>
            <a:r>
              <a:t/>
            </a:r>
            <a:endParaRPr b="0" i="1" sz="1800" u="none" cap="none" strike="noStrike">
              <a:solidFill>
                <a:srgbClr val="FF9900"/>
              </a:solidFill>
              <a:latin typeface="Average"/>
              <a:ea typeface="Average"/>
              <a:cs typeface="Average"/>
              <a:sym typeface="Average"/>
            </a:endParaRPr>
          </a:p>
        </p:txBody>
      </p:sp>
      <p:pic>
        <p:nvPicPr>
          <p:cNvPr id="85" name="Shape 85"/>
          <p:cNvPicPr preferRelativeResize="0"/>
          <p:nvPr/>
        </p:nvPicPr>
        <p:blipFill rotWithShape="1">
          <a:blip r:embed="rId3">
            <a:alphaModFix/>
          </a:blip>
          <a:srcRect b="0" l="0" r="0" t="0"/>
          <a:stretch/>
        </p:blipFill>
        <p:spPr>
          <a:xfrm>
            <a:off x="11353800" y="5907932"/>
            <a:ext cx="807383" cy="80738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9" name="Shape 89"/>
        <p:cNvGrpSpPr/>
        <p:nvPr/>
      </p:nvGrpSpPr>
      <p:grpSpPr>
        <a:xfrm>
          <a:off x="0" y="0"/>
          <a:ext cx="0" cy="0"/>
          <a:chOff x="0" y="0"/>
          <a:chExt cx="0" cy="0"/>
        </a:xfrm>
      </p:grpSpPr>
      <p:sp>
        <p:nvSpPr>
          <p:cNvPr id="90" name="Shape 90"/>
          <p:cNvSpPr txBox="1"/>
          <p:nvPr>
            <p:ph type="title"/>
          </p:nvPr>
        </p:nvSpPr>
        <p:spPr>
          <a:xfrm>
            <a:off x="283669" y="262087"/>
            <a:ext cx="10515599" cy="6852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1" i="0" lang="en-US" sz="2400" u="none" cap="none" strike="noStrike">
                <a:solidFill>
                  <a:schemeClr val="dk1"/>
                </a:solidFill>
                <a:latin typeface="Average"/>
                <a:ea typeface="Average"/>
                <a:cs typeface="Average"/>
                <a:sym typeface="Average"/>
              </a:rPr>
              <a:t>Use Case 1: Starting the Tic-Tac-Toe Application</a:t>
            </a:r>
          </a:p>
        </p:txBody>
      </p:sp>
      <p:graphicFrame>
        <p:nvGraphicFramePr>
          <p:cNvPr id="91" name="Shape 91"/>
          <p:cNvGraphicFramePr/>
          <p:nvPr/>
        </p:nvGraphicFramePr>
        <p:xfrm>
          <a:off x="254250" y="1184450"/>
          <a:ext cx="3000000" cy="3000000"/>
        </p:xfrm>
        <a:graphic>
          <a:graphicData uri="http://schemas.openxmlformats.org/drawingml/2006/table">
            <a:tbl>
              <a:tblPr>
                <a:noFill/>
                <a:tableStyleId>{5369B465-307C-4977-A36C-D1C37AEBC658}</a:tableStyleId>
              </a:tblPr>
              <a:tblGrid>
                <a:gridCol w="1897775"/>
                <a:gridCol w="35375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Goals of actor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1" lang="en-US" sz="1000" u="none" cap="none" strike="noStrike">
                          <a:solidFill>
                            <a:srgbClr val="FFFFFF"/>
                          </a:solidFill>
                          <a:latin typeface="Times New Roman"/>
                          <a:ea typeface="Times New Roman"/>
                          <a:cs typeface="Times New Roman"/>
                          <a:sym typeface="Times New Roman"/>
                        </a:rPr>
                        <a:t>Actor: Any human user of the application. </a:t>
                      </a:r>
                      <a:r>
                        <a:rPr lang="en-US" sz="1000" u="none" cap="none" strike="noStrike">
                          <a:solidFill>
                            <a:srgbClr val="FFFFFF"/>
                          </a:solidFill>
                          <a:latin typeface="Times New Roman"/>
                          <a:ea typeface="Times New Roman"/>
                          <a:cs typeface="Times New Roman"/>
                          <a:sym typeface="Times New Roman"/>
                        </a:rPr>
                        <a:t>The objective for this use case is to launch the application in the actor’s browser.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Tasks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1) Actor navigates to the folder housing the files related to the application on his desktop.</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2) Actor clicks on the index.html file storing the home page for the application.</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3) Actor’s default browser opens the home screen to the Tic-Tac-Toe application.</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Preconditions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To successfully launch the application:</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1) The actor must have a web browser installed on his desktop.</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2) The index.html and all related .js and .css files must be located in the same directory.</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3) Actor’s browser must have JavaScript enabled.</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graphicFrame>
        <p:nvGraphicFramePr>
          <p:cNvPr id="92" name="Shape 92"/>
          <p:cNvGraphicFramePr/>
          <p:nvPr/>
        </p:nvGraphicFramePr>
        <p:xfrm>
          <a:off x="5838825" y="1181275"/>
          <a:ext cx="3000000" cy="3000000"/>
        </p:xfrm>
        <a:graphic>
          <a:graphicData uri="http://schemas.openxmlformats.org/drawingml/2006/table">
            <a:tbl>
              <a:tblPr>
                <a:noFill/>
                <a:tableStyleId>{5369B465-307C-4977-A36C-D1C37AEBC658}</a:tableStyleId>
              </a:tblPr>
              <a:tblGrid>
                <a:gridCol w="2016925"/>
                <a:gridCol w="37596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Exceptions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1" lang="en-US" sz="1000" u="none" cap="none" strike="noStrike">
                          <a:solidFill>
                            <a:srgbClr val="FFFFFF"/>
                          </a:solidFill>
                          <a:latin typeface="Times New Roman"/>
                          <a:ea typeface="Times New Roman"/>
                          <a:cs typeface="Times New Roman"/>
                          <a:sym typeface="Times New Roman"/>
                        </a:rPr>
                        <a:t>1) JavaScipt not enabled in the browser.</a:t>
                      </a:r>
                      <a:r>
                        <a:rPr lang="en-US" sz="1000" u="none" cap="none" strike="noStrike">
                          <a:solidFill>
                            <a:srgbClr val="FFFFFF"/>
                          </a:solidFill>
                          <a:latin typeface="Times New Roman"/>
                          <a:ea typeface="Times New Roman"/>
                          <a:cs typeface="Times New Roman"/>
                          <a:sym typeface="Times New Roman"/>
                        </a:rPr>
                        <a:t> Should this be the case, actor must consult the Options tab for his preferred browser. Failure to do so will prevent certain features from rendering correctly.</a:t>
                      </a:r>
                    </a:p>
                    <a:p>
                      <a:pPr indent="0" lvl="0" marL="88900" marR="88900" rtl="0" algn="l">
                        <a:lnSpc>
                          <a:spcPct val="115000"/>
                        </a:lnSpc>
                        <a:spcBef>
                          <a:spcPts val="0"/>
                        </a:spcBef>
                        <a:spcAft>
                          <a:spcPts val="0"/>
                        </a:spcAft>
                        <a:buClr>
                          <a:srgbClr val="000000"/>
                        </a:buClr>
                        <a:buSzPct val="25000"/>
                        <a:buFont typeface="Times New Roman"/>
                        <a:buNone/>
                      </a:pPr>
                      <a:r>
                        <a:rPr b="1" lang="en-US" sz="1000" u="none" cap="none" strike="noStrike">
                          <a:solidFill>
                            <a:srgbClr val="FFFFFF"/>
                          </a:solidFill>
                          <a:latin typeface="Times New Roman"/>
                          <a:ea typeface="Times New Roman"/>
                          <a:cs typeface="Times New Roman"/>
                          <a:sym typeface="Times New Roman"/>
                        </a:rPr>
                        <a:t>2) Relevant files not found during application execution.</a:t>
                      </a:r>
                      <a:r>
                        <a:rPr lang="en-US" sz="1000" u="none" cap="none" strike="noStrike">
                          <a:solidFill>
                            <a:srgbClr val="FFFFFF"/>
                          </a:solidFill>
                          <a:latin typeface="Times New Roman"/>
                          <a:ea typeface="Times New Roman"/>
                          <a:cs typeface="Times New Roman"/>
                          <a:sym typeface="Times New Roman"/>
                        </a:rPr>
                        <a:t> As mentioned, if any .html, .js, .css, or .txt files are removed from the parent directory, then there could be a loss of aesthetics or functionality. </a:t>
                      </a:r>
                      <a:r>
                        <a:rPr b="1" lang="en-US" sz="1000" u="none" cap="none" strike="noStrike">
                          <a:solidFill>
                            <a:srgbClr val="FFFFFF"/>
                          </a:solidFill>
                          <a:latin typeface="Times New Roman"/>
                          <a:ea typeface="Times New Roman"/>
                          <a:cs typeface="Times New Roman"/>
                          <a:sym typeface="Times New Roman"/>
                        </a:rPr>
                        <a:t>It is advised that the actor make back up copies on a USB or other storage device upon delivery.</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Variation of action interactions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The actor need not use the default browser stored on his system. It is often possible to open a preferred browser (i.e. Safari, Chrome, Firefox) and drag the desired file into the browser window so that it displays. In addition, the actor, having previously opened the application in a certain browser, may be able to take advantage of using the browser’s “History” or “Bookmarks” options.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pic>
        <p:nvPicPr>
          <p:cNvPr id="93" name="Shape 93"/>
          <p:cNvPicPr preferRelativeResize="0"/>
          <p:nvPr/>
        </p:nvPicPr>
        <p:blipFill rotWithShape="1">
          <a:blip r:embed="rId3">
            <a:alphaModFix/>
          </a:blip>
          <a:srcRect b="0" l="0" r="0" t="0"/>
          <a:stretch/>
        </p:blipFill>
        <p:spPr>
          <a:xfrm>
            <a:off x="11265993" y="5836744"/>
            <a:ext cx="926006" cy="92600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7" name="Shape 97"/>
        <p:cNvGrpSpPr/>
        <p:nvPr/>
      </p:nvGrpSpPr>
      <p:grpSpPr>
        <a:xfrm>
          <a:off x="0" y="0"/>
          <a:ext cx="0" cy="0"/>
          <a:chOff x="0" y="0"/>
          <a:chExt cx="0" cy="0"/>
        </a:xfrm>
      </p:grpSpPr>
      <p:sp>
        <p:nvSpPr>
          <p:cNvPr id="98" name="Shape 98"/>
          <p:cNvSpPr txBox="1"/>
          <p:nvPr>
            <p:ph type="title"/>
          </p:nvPr>
        </p:nvSpPr>
        <p:spPr>
          <a:xfrm>
            <a:off x="283669" y="262087"/>
            <a:ext cx="10515599" cy="6852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1" i="0" lang="en-US" sz="2400" u="none" cap="none" strike="noStrike">
                <a:solidFill>
                  <a:schemeClr val="dk1"/>
                </a:solidFill>
                <a:latin typeface="Average"/>
                <a:ea typeface="Average"/>
                <a:cs typeface="Average"/>
                <a:sym typeface="Average"/>
              </a:rPr>
              <a:t>Use Case 1: Starting the Tic-Tac-Toe Application</a:t>
            </a:r>
          </a:p>
        </p:txBody>
      </p:sp>
      <p:graphicFrame>
        <p:nvGraphicFramePr>
          <p:cNvPr id="99" name="Shape 99"/>
          <p:cNvGraphicFramePr/>
          <p:nvPr/>
        </p:nvGraphicFramePr>
        <p:xfrm>
          <a:off x="254250" y="1184450"/>
          <a:ext cx="3000000" cy="3000000"/>
        </p:xfrm>
        <a:graphic>
          <a:graphicData uri="http://schemas.openxmlformats.org/drawingml/2006/table">
            <a:tbl>
              <a:tblPr>
                <a:noFill/>
                <a:tableStyleId>{5369B465-307C-4977-A36C-D1C37AEBC658}</a:tableStyleId>
              </a:tblPr>
              <a:tblGrid>
                <a:gridCol w="1897775"/>
                <a:gridCol w="35375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Goals of actor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1" lang="en-US" sz="1000" u="none" cap="none" strike="noStrike">
                          <a:solidFill>
                            <a:srgbClr val="FFFFFF"/>
                          </a:solidFill>
                          <a:latin typeface="Times New Roman"/>
                          <a:ea typeface="Times New Roman"/>
                          <a:cs typeface="Times New Roman"/>
                          <a:sym typeface="Times New Roman"/>
                        </a:rPr>
                        <a:t>Actor: For this use case, the actor could be one (1) or two (2) human users of the application. The overall objective is to set up the following conditions for the next tic-tac-toe match that takes place:</a:t>
                      </a:r>
                    </a:p>
                    <a:p>
                      <a:pPr indent="0" lvl="0" marL="88900" marR="88900" rtl="0" algn="l">
                        <a:lnSpc>
                          <a:spcPct val="115000"/>
                        </a:lnSpc>
                        <a:spcBef>
                          <a:spcPts val="0"/>
                        </a:spcBef>
                        <a:spcAft>
                          <a:spcPts val="0"/>
                        </a:spcAft>
                        <a:buClr>
                          <a:srgbClr val="000000"/>
                        </a:buClr>
                        <a:buSzPct val="25000"/>
                        <a:buFont typeface="Times New Roman"/>
                        <a:buNone/>
                      </a:pPr>
                      <a:r>
                        <a:rPr b="1" lang="en-US" sz="1000" u="none" cap="none" strike="noStrike">
                          <a:solidFill>
                            <a:srgbClr val="FFFFFF"/>
                          </a:solidFill>
                          <a:latin typeface="Times New Roman"/>
                          <a:ea typeface="Times New Roman"/>
                          <a:cs typeface="Times New Roman"/>
                          <a:sym typeface="Times New Roman"/>
                        </a:rPr>
                        <a:t>1) The number of human players</a:t>
                      </a:r>
                    </a:p>
                    <a:p>
                      <a:pPr indent="0" lvl="0" marL="88900" marR="88900" rtl="0" algn="l">
                        <a:lnSpc>
                          <a:spcPct val="115000"/>
                        </a:lnSpc>
                        <a:spcBef>
                          <a:spcPts val="0"/>
                        </a:spcBef>
                        <a:spcAft>
                          <a:spcPts val="0"/>
                        </a:spcAft>
                        <a:buClr>
                          <a:srgbClr val="000000"/>
                        </a:buClr>
                        <a:buSzPct val="25000"/>
                        <a:buFont typeface="Times New Roman"/>
                        <a:buNone/>
                      </a:pPr>
                      <a:r>
                        <a:rPr b="1" lang="en-US" sz="1000" u="none" cap="none" strike="noStrike">
                          <a:solidFill>
                            <a:srgbClr val="FFFFFF"/>
                          </a:solidFill>
                          <a:latin typeface="Times New Roman"/>
                          <a:ea typeface="Times New Roman"/>
                          <a:cs typeface="Times New Roman"/>
                          <a:sym typeface="Times New Roman"/>
                        </a:rPr>
                        <a:t>2) The ID of said players</a:t>
                      </a:r>
                    </a:p>
                    <a:p>
                      <a:pPr indent="0" lvl="0" marL="88900" marR="88900" rtl="0" algn="l">
                        <a:lnSpc>
                          <a:spcPct val="115000"/>
                        </a:lnSpc>
                        <a:spcBef>
                          <a:spcPts val="0"/>
                        </a:spcBef>
                        <a:spcAft>
                          <a:spcPts val="0"/>
                        </a:spcAft>
                        <a:buClr>
                          <a:srgbClr val="000000"/>
                        </a:buClr>
                        <a:buSzPct val="25000"/>
                        <a:buFont typeface="Times New Roman"/>
                        <a:buNone/>
                      </a:pPr>
                      <a:r>
                        <a:rPr b="1" lang="en-US" sz="1000" u="none" cap="none" strike="noStrike">
                          <a:solidFill>
                            <a:srgbClr val="FFFFFF"/>
                          </a:solidFill>
                          <a:latin typeface="Times New Roman"/>
                          <a:ea typeface="Times New Roman"/>
                          <a:cs typeface="Times New Roman"/>
                          <a:sym typeface="Times New Roman"/>
                        </a:rPr>
                        <a:t>3) The difficulty level (if the option for a computer opponent is chosen)</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Tasks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1) Actor navigates to the home page (index.html) for the application as mentioned in Use Case 1.</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2) Actor chooses from a dropdown box whether they wish to play a match that is “Player vs. Player” or “Player vs. Computer.” [default: Player vs. Player]</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3) Actor chooses to either check a checkbox with the label “Play as Guest” or uses a textbox in which he can enter a new name or select a previously-defined account name. [Selecting an existing username value causes a label below to show the player’s current win-loss-tie record]</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4) Other actor, if applicable, repeats step 3 with a second checkbox/text box group that appears to the right.</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5) With both input groups filled in, one of the actors can now click the “Start Match” button that has become enabled.</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Preconditions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To display existing user options and the related win-loss-tie records:</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1) There must be records previously stored in the data storage mechanism (i.e. text file or database). In other words, this assumes that user accounts were created in the past during previous executions of the application.</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2) A successful connection with the user data must be established. </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graphicFrame>
        <p:nvGraphicFramePr>
          <p:cNvPr id="100" name="Shape 100"/>
          <p:cNvGraphicFramePr/>
          <p:nvPr/>
        </p:nvGraphicFramePr>
        <p:xfrm>
          <a:off x="5838825" y="1181275"/>
          <a:ext cx="3000000" cy="3000000"/>
        </p:xfrm>
        <a:graphic>
          <a:graphicData uri="http://schemas.openxmlformats.org/drawingml/2006/table">
            <a:tbl>
              <a:tblPr>
                <a:noFill/>
                <a:tableStyleId>{5369B465-307C-4977-A36C-D1C37AEBC658}</a:tableStyleId>
              </a:tblPr>
              <a:tblGrid>
                <a:gridCol w="2016925"/>
                <a:gridCol w="37596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Exceptions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1" lang="en-US" sz="1000" u="none" cap="none" strike="noStrike">
                          <a:solidFill>
                            <a:srgbClr val="FFFFFF"/>
                          </a:solidFill>
                          <a:latin typeface="Times New Roman"/>
                          <a:ea typeface="Times New Roman"/>
                          <a:cs typeface="Times New Roman"/>
                          <a:sym typeface="Times New Roman"/>
                        </a:rPr>
                        <a:t>1) Cannot connect to database. If a MySQL database is where the data is housed, then proper PHP error handling mechanisms will need to be put into place such as a “try, catch, finally” block.</a:t>
                      </a:r>
                    </a:p>
                    <a:p>
                      <a:pPr indent="0" lvl="0" marL="88900" marR="88900" rtl="0" algn="l">
                        <a:lnSpc>
                          <a:spcPct val="115000"/>
                        </a:lnSpc>
                        <a:spcBef>
                          <a:spcPts val="0"/>
                        </a:spcBef>
                        <a:spcAft>
                          <a:spcPts val="0"/>
                        </a:spcAft>
                        <a:buClr>
                          <a:srgbClr val="000000"/>
                        </a:buClr>
                        <a:buSzPct val="25000"/>
                        <a:buFont typeface="Times New Roman"/>
                        <a:buNone/>
                      </a:pPr>
                      <a:r>
                        <a:rPr b="1" lang="en-US" sz="1000" u="none" cap="none" strike="noStrike">
                          <a:solidFill>
                            <a:srgbClr val="FFFFFF"/>
                          </a:solidFill>
                          <a:latin typeface="Times New Roman"/>
                          <a:ea typeface="Times New Roman"/>
                          <a:cs typeface="Times New Roman"/>
                          <a:sym typeface="Times New Roman"/>
                        </a:rPr>
                        <a:t>2) File not found exception. If a text file houses the data, then it needs to exist in the directory that stores the application’s .html and .js files. Consider writing a function that creates the file if it does not already exist.</a:t>
                      </a:r>
                    </a:p>
                    <a:p>
                      <a:pPr indent="0" lvl="0" marL="88900" marR="88900" rtl="0" algn="l">
                        <a:lnSpc>
                          <a:spcPct val="115000"/>
                        </a:lnSpc>
                        <a:spcBef>
                          <a:spcPts val="0"/>
                        </a:spcBef>
                        <a:spcAft>
                          <a:spcPts val="0"/>
                        </a:spcAft>
                        <a:buClr>
                          <a:srgbClr val="000000"/>
                        </a:buClr>
                        <a:buSzPct val="25000"/>
                        <a:buFont typeface="Times New Roman"/>
                        <a:buNone/>
                      </a:pPr>
                      <a:r>
                        <a:rPr b="1" lang="en-US" sz="1000" u="none" cap="none" strike="noStrike">
                          <a:solidFill>
                            <a:srgbClr val="FFFFFF"/>
                          </a:solidFill>
                          <a:latin typeface="Times New Roman"/>
                          <a:ea typeface="Times New Roman"/>
                          <a:cs typeface="Times New Roman"/>
                          <a:sym typeface="Times New Roman"/>
                        </a:rPr>
                        <a:t>3) Both players choose the same username. The application needs to disable the “Start Match” button and provide a message that discourages this.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Variation of action interactions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The tasks list above assumed a selection of “Player vs. Player,” but “Player vs. Computer” is an alternative choice. Should the “Player vs. Computer” option be selected in the dropdown, then the checkbox/textbox group on the right needs to change to a dropdown box labeled as “Difficulty.” The actor then selects either Easy, Medium, or Hard.</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pic>
        <p:nvPicPr>
          <p:cNvPr id="101" name="Shape 101"/>
          <p:cNvPicPr preferRelativeResize="0"/>
          <p:nvPr/>
        </p:nvPicPr>
        <p:blipFill rotWithShape="1">
          <a:blip r:embed="rId3">
            <a:alphaModFix/>
          </a:blip>
          <a:srcRect b="0" l="0" r="0" t="0"/>
          <a:stretch/>
        </p:blipFill>
        <p:spPr>
          <a:xfrm>
            <a:off x="11265993" y="5824044"/>
            <a:ext cx="926006" cy="92600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5" name="Shape 105"/>
        <p:cNvGrpSpPr/>
        <p:nvPr/>
      </p:nvGrpSpPr>
      <p:grpSpPr>
        <a:xfrm>
          <a:off x="0" y="0"/>
          <a:ext cx="0" cy="0"/>
          <a:chOff x="0" y="0"/>
          <a:chExt cx="0" cy="0"/>
        </a:xfrm>
      </p:grpSpPr>
      <p:sp>
        <p:nvSpPr>
          <p:cNvPr id="106" name="Shape 106"/>
          <p:cNvSpPr txBox="1"/>
          <p:nvPr>
            <p:ph type="title"/>
          </p:nvPr>
        </p:nvSpPr>
        <p:spPr>
          <a:xfrm>
            <a:off x="283669" y="262087"/>
            <a:ext cx="10515599" cy="6852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1" i="0" lang="en-US" sz="2400" u="none" cap="none" strike="noStrike">
                <a:solidFill>
                  <a:schemeClr val="dk1"/>
                </a:solidFill>
                <a:latin typeface="Average"/>
                <a:ea typeface="Average"/>
                <a:cs typeface="Average"/>
                <a:sym typeface="Average"/>
              </a:rPr>
              <a:t>Use Case 3: Choosing a Game Piece</a:t>
            </a:r>
          </a:p>
        </p:txBody>
      </p:sp>
      <p:graphicFrame>
        <p:nvGraphicFramePr>
          <p:cNvPr id="107" name="Shape 107"/>
          <p:cNvGraphicFramePr/>
          <p:nvPr/>
        </p:nvGraphicFramePr>
        <p:xfrm>
          <a:off x="254250" y="1184450"/>
          <a:ext cx="3000000" cy="3000000"/>
        </p:xfrm>
        <a:graphic>
          <a:graphicData uri="http://schemas.openxmlformats.org/drawingml/2006/table">
            <a:tbl>
              <a:tblPr>
                <a:noFill/>
                <a:tableStyleId>{5369B465-307C-4977-A36C-D1C37AEBC658}</a:tableStyleId>
              </a:tblPr>
              <a:tblGrid>
                <a:gridCol w="1897775"/>
                <a:gridCol w="35375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Goals of actor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0" lang="en-US" sz="1000" u="none" cap="none" strike="noStrike">
                          <a:solidFill>
                            <a:srgbClr val="FFFFFF"/>
                          </a:solidFill>
                          <a:latin typeface="Times New Roman"/>
                          <a:ea typeface="Times New Roman"/>
                          <a:cs typeface="Times New Roman"/>
                          <a:sym typeface="Times New Roman"/>
                        </a:rPr>
                        <a:t>Actors: The two players in the match that is beginning. The second player can be human or the computer. Each player is to have a unique marker that it places on the board to designate squares that it has selected throughout the match. The goal of this use case is for each player to select from a pre-defined list of images the marker that will serve as his game piece.</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Tasks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1) The onclick() event of the “Start Match” button fires an event where the Select Options menu disappears and a menu with different images to choose from appears. The new menu reads “Player 1 Choose Piece” and the actor is shown a choice of images with a radio button underneath each one.</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2) Actor clicks the radio button for the desired game piece.</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3) Actor clicks button that says “OK”.</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4) The other game piece is automatically selected for Player 2.</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5) The game piece selection menu disappears and the game board appears on the web page.1) Actor navigates to the folder housing the files related to the application on his desktop.</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2) Actor clicks on the index.html file storing the home page for the application.</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3) Actor’s default browser opens the home screen to the Tic-Tac-Toe application.</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Preconditions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This use case assumed that the actor(s) have successfully filled out the game settings options from Use Case 2.</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graphicFrame>
        <p:nvGraphicFramePr>
          <p:cNvPr id="108" name="Shape 108"/>
          <p:cNvGraphicFramePr/>
          <p:nvPr/>
        </p:nvGraphicFramePr>
        <p:xfrm>
          <a:off x="5838825" y="1181275"/>
          <a:ext cx="3000000" cy="3000000"/>
        </p:xfrm>
        <a:graphic>
          <a:graphicData uri="http://schemas.openxmlformats.org/drawingml/2006/table">
            <a:tbl>
              <a:tblPr>
                <a:noFill/>
                <a:tableStyleId>{5369B465-307C-4977-A36C-D1C37AEBC658}</a:tableStyleId>
              </a:tblPr>
              <a:tblGrid>
                <a:gridCol w="2016925"/>
                <a:gridCol w="37596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Exceptions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0" lang="en-US" sz="1000" u="none" cap="none" strike="noStrike">
                          <a:solidFill>
                            <a:srgbClr val="FFFFFF"/>
                          </a:solidFill>
                          <a:latin typeface="Times New Roman"/>
                          <a:ea typeface="Times New Roman"/>
                          <a:cs typeface="Times New Roman"/>
                          <a:sym typeface="Times New Roman"/>
                        </a:rPr>
                        <a:t>1) Browser cannot locate images. If the browser is unable to find the images in the specified directory, it will not be able to render images in any of the menu &lt;img&gt; tags. The &lt;img&gt; elements should display alternate text if such an error occurs. As previously stated, the client should save backup copies of the product files upon delivery.</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Variation of action interactions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As stated, the second actor need not be a human player. If the “Player vs. Computer” option has been chosen, then the “Player 2 Choose Piece” menu should not display. The computer should automatically select an image without any input from the human actor.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pic>
        <p:nvPicPr>
          <p:cNvPr id="109" name="Shape 109"/>
          <p:cNvPicPr preferRelativeResize="0"/>
          <p:nvPr/>
        </p:nvPicPr>
        <p:blipFill rotWithShape="1">
          <a:blip r:embed="rId3">
            <a:alphaModFix/>
          </a:blip>
          <a:srcRect b="0" l="0" r="0" t="0"/>
          <a:stretch/>
        </p:blipFill>
        <p:spPr>
          <a:xfrm>
            <a:off x="11265993" y="5824044"/>
            <a:ext cx="926006" cy="92600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3" name="Shape 113"/>
        <p:cNvGrpSpPr/>
        <p:nvPr/>
      </p:nvGrpSpPr>
      <p:grpSpPr>
        <a:xfrm>
          <a:off x="0" y="0"/>
          <a:ext cx="0" cy="0"/>
          <a:chOff x="0" y="0"/>
          <a:chExt cx="0" cy="0"/>
        </a:xfrm>
      </p:grpSpPr>
      <p:sp>
        <p:nvSpPr>
          <p:cNvPr id="114" name="Shape 114"/>
          <p:cNvSpPr txBox="1"/>
          <p:nvPr>
            <p:ph type="title"/>
          </p:nvPr>
        </p:nvSpPr>
        <p:spPr>
          <a:xfrm>
            <a:off x="283669" y="262087"/>
            <a:ext cx="10515599" cy="6852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1" i="0" lang="en-US" sz="2400" u="none" cap="none" strike="noStrike">
                <a:solidFill>
                  <a:schemeClr val="dk1"/>
                </a:solidFill>
                <a:latin typeface="Average"/>
                <a:ea typeface="Average"/>
                <a:cs typeface="Average"/>
                <a:sym typeface="Average"/>
              </a:rPr>
              <a:t>Use Case 4: Selecting a Square on the Game Board</a:t>
            </a:r>
          </a:p>
        </p:txBody>
      </p:sp>
      <p:graphicFrame>
        <p:nvGraphicFramePr>
          <p:cNvPr id="115" name="Shape 115"/>
          <p:cNvGraphicFramePr/>
          <p:nvPr/>
        </p:nvGraphicFramePr>
        <p:xfrm>
          <a:off x="254250" y="1184450"/>
          <a:ext cx="3000000" cy="3000000"/>
        </p:xfrm>
        <a:graphic>
          <a:graphicData uri="http://schemas.openxmlformats.org/drawingml/2006/table">
            <a:tbl>
              <a:tblPr>
                <a:noFill/>
                <a:tableStyleId>{5369B465-307C-4977-A36C-D1C37AEBC658}</a:tableStyleId>
              </a:tblPr>
              <a:tblGrid>
                <a:gridCol w="1897775"/>
                <a:gridCol w="35375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Goals of actor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0" lang="en-US" sz="1000" u="none" cap="none" strike="noStrike">
                          <a:solidFill>
                            <a:srgbClr val="FFFFFF"/>
                          </a:solidFill>
                          <a:latin typeface="Times New Roman"/>
                          <a:ea typeface="Times New Roman"/>
                          <a:cs typeface="Times New Roman"/>
                          <a:sym typeface="Times New Roman"/>
                        </a:rPr>
                        <a:t>Actor: One of the game players. Throughout a tic-tac-toe match, the two players alternate selecting squares on the game board to designate their strategic selections. The goal of this use case is for the actor to mark a square as his newest selection.</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Tasks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1) Text label towards top of the display reads “[Player Name] turn” where [Player Name] is the name of the registered user whose turn it is to make a selection. If the actor has opted to play as a guest, or the actor is the computer, then the label will simply read “Player 1 turn” or “Player 2 turn.”</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2) Actor mouses over the square he chooses to select. Whenever the mouse hovers over a square, there should be some visual feedback implemented with JavaScript or .css such as adding a small highlighted border over the active square.</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3) Actor clicks the square of his choice.</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4) The chosen square will now display with the image of the actor’s game piece to designate his choice.</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5) The game board tests to see if there is a player with four adjacent squares in a horizontal, diagonal, or vertical fashion OR if there are no remaining squares that are unoccupied.</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6) If there is not yet a winner, the label is updated to reflect that it is the other actor’s turn to make a selection.</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Preconditions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This use case can only execute if the previous turn did not result in a winner. That is, it cannot be the case that a user already has four adjacent squares in a horizontal, diagonal, or vertical fashion.</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graphicFrame>
        <p:nvGraphicFramePr>
          <p:cNvPr id="116" name="Shape 116"/>
          <p:cNvGraphicFramePr/>
          <p:nvPr/>
        </p:nvGraphicFramePr>
        <p:xfrm>
          <a:off x="5838825" y="1181275"/>
          <a:ext cx="3000000" cy="3000000"/>
        </p:xfrm>
        <a:graphic>
          <a:graphicData uri="http://schemas.openxmlformats.org/drawingml/2006/table">
            <a:tbl>
              <a:tblPr>
                <a:noFill/>
                <a:tableStyleId>{5369B465-307C-4977-A36C-D1C37AEBC658}</a:tableStyleId>
              </a:tblPr>
              <a:tblGrid>
                <a:gridCol w="2016925"/>
                <a:gridCol w="37596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Exceptions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0" lang="en-US" sz="1000" u="none" cap="none" strike="noStrike">
                          <a:solidFill>
                            <a:srgbClr val="FFFFFF"/>
                          </a:solidFill>
                          <a:latin typeface="Times New Roman"/>
                          <a:ea typeface="Times New Roman"/>
                          <a:cs typeface="Times New Roman"/>
                          <a:sym typeface="Times New Roman"/>
                        </a:rPr>
                        <a:t>1) Actor clicks on square already claimed. Once a square has been selected, it cannot be chosen a second time. Thus, any input from the mouse must be ignored when the actor clicks on a square that already displays the game piece for a player.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Variation of action interactions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It is possible for the actor making a selection to be a computer player. In this instance, there is going to be no clicking of the mouse. An algorithm, based on the difficulty selected prior to the match, will make the selection rather than an actor using mouse input. While a computer player is making a selection, the human actor cannot provide input. The board must be temporarily disabled.</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pic>
        <p:nvPicPr>
          <p:cNvPr id="117" name="Shape 117"/>
          <p:cNvPicPr preferRelativeResize="0"/>
          <p:nvPr/>
        </p:nvPicPr>
        <p:blipFill rotWithShape="1">
          <a:blip r:embed="rId3">
            <a:alphaModFix/>
          </a:blip>
          <a:srcRect b="0" l="0" r="0" t="0"/>
          <a:stretch/>
        </p:blipFill>
        <p:spPr>
          <a:xfrm>
            <a:off x="11265993" y="5836744"/>
            <a:ext cx="926006" cy="92600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1" name="Shape 121"/>
        <p:cNvGrpSpPr/>
        <p:nvPr/>
      </p:nvGrpSpPr>
      <p:grpSpPr>
        <a:xfrm>
          <a:off x="0" y="0"/>
          <a:ext cx="0" cy="0"/>
          <a:chOff x="0" y="0"/>
          <a:chExt cx="0" cy="0"/>
        </a:xfrm>
      </p:grpSpPr>
      <p:sp>
        <p:nvSpPr>
          <p:cNvPr id="122" name="Shape 122"/>
          <p:cNvSpPr txBox="1"/>
          <p:nvPr>
            <p:ph type="title"/>
          </p:nvPr>
        </p:nvSpPr>
        <p:spPr>
          <a:xfrm>
            <a:off x="283669" y="262087"/>
            <a:ext cx="10515599" cy="6852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1" i="0" lang="en-US" sz="2400" u="none" cap="none" strike="noStrike">
                <a:solidFill>
                  <a:schemeClr val="dk1"/>
                </a:solidFill>
                <a:latin typeface="Average"/>
                <a:ea typeface="Average"/>
                <a:cs typeface="Average"/>
                <a:sym typeface="Average"/>
              </a:rPr>
              <a:t>Use Case 5: Testing for a Winner or a Tie</a:t>
            </a:r>
          </a:p>
        </p:txBody>
      </p:sp>
      <p:graphicFrame>
        <p:nvGraphicFramePr>
          <p:cNvPr id="123" name="Shape 123"/>
          <p:cNvGraphicFramePr/>
          <p:nvPr/>
        </p:nvGraphicFramePr>
        <p:xfrm>
          <a:off x="254250" y="1184450"/>
          <a:ext cx="3000000" cy="3000000"/>
        </p:xfrm>
        <a:graphic>
          <a:graphicData uri="http://schemas.openxmlformats.org/drawingml/2006/table">
            <a:tbl>
              <a:tblPr>
                <a:noFill/>
                <a:tableStyleId>{5369B465-307C-4977-A36C-D1C37AEBC658}</a:tableStyleId>
              </a:tblPr>
              <a:tblGrid>
                <a:gridCol w="1897775"/>
                <a:gridCol w="35375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Goals of actor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0" lang="en-US" sz="1000" u="none" cap="none" strike="noStrike">
                          <a:solidFill>
                            <a:srgbClr val="FFFFFF"/>
                          </a:solidFill>
                          <a:latin typeface="Times New Roman"/>
                          <a:ea typeface="Times New Roman"/>
                          <a:cs typeface="Times New Roman"/>
                          <a:sym typeface="Times New Roman"/>
                        </a:rPr>
                        <a:t>Actor: the game board object. After each selection of a square by a player (see Use Case 4), the game board needs to check to see if there is a winner or if all the squares on the board have been selected. The goal of this use case if for the game board to check the status of the match to see if any further instances of Use Case 4 are required (or even possible).Actor: One of the game players. Throughout a tic-tac-toe match, the two players alternate selecting squares on the game board to designate their strategic selections. The goal of this use case is for the actor to mark a square as his newest selection.</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Tasks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1) Actor examines all of its rows to see if any player has claimed four horizontally adjacent squares. If so, the results are recorded and the display reports who the winner is.</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2) Actor examines all of its columns to see if any player has claimed four vertically adjacent squares. If so, the results are recorded and the display reports who the winner is.</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3) Actor examines all of its diagonals to see if any player has claimed four diagonals adjacent squares. If so, the results are recorded and the display reports who the winner is.</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4) If none of the previous steps resulted in a winner being discovered, actor checks to see if any of its squares have not been claimed. If there are no vacancies, a tie is reported on the display. Otherwise, Use Case 4 repeats.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Preconditions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This use case cannot execute until Use Case 4 has occurred at least once.</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graphicFrame>
        <p:nvGraphicFramePr>
          <p:cNvPr id="124" name="Shape 124"/>
          <p:cNvGraphicFramePr/>
          <p:nvPr/>
        </p:nvGraphicFramePr>
        <p:xfrm>
          <a:off x="5838825" y="1181275"/>
          <a:ext cx="3000000" cy="3000000"/>
        </p:xfrm>
        <a:graphic>
          <a:graphicData uri="http://schemas.openxmlformats.org/drawingml/2006/table">
            <a:tbl>
              <a:tblPr>
                <a:noFill/>
                <a:tableStyleId>{5369B465-307C-4977-A36C-D1C37AEBC658}</a:tableStyleId>
              </a:tblPr>
              <a:tblGrid>
                <a:gridCol w="2016925"/>
                <a:gridCol w="37596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Exceptions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0" lang="en-US" sz="1000" u="none" cap="none" strike="noStrike">
                          <a:solidFill>
                            <a:srgbClr val="FFFFFF"/>
                          </a:solidFill>
                          <a:latin typeface="Times New Roman"/>
                          <a:ea typeface="Times New Roman"/>
                          <a:cs typeface="Times New Roman"/>
                          <a:sym typeface="Times New Roman"/>
                        </a:rPr>
                        <a:t>1) The state of a square is altered during the steps for this use case. While the four step algorithm above is running, no player should be able to select a square. That is, the actor needs its squares to be disabled from selection while it checks for a winner or a tie.</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Variation of action interactions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Not applicable for this use case.</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pic>
        <p:nvPicPr>
          <p:cNvPr id="125" name="Shape 125"/>
          <p:cNvPicPr preferRelativeResize="0"/>
          <p:nvPr/>
        </p:nvPicPr>
        <p:blipFill rotWithShape="1">
          <a:blip r:embed="rId3">
            <a:alphaModFix/>
          </a:blip>
          <a:srcRect b="0" l="0" r="0" t="0"/>
          <a:stretch/>
        </p:blipFill>
        <p:spPr>
          <a:xfrm>
            <a:off x="11265993" y="5836744"/>
            <a:ext cx="926006" cy="92600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9" name="Shape 129"/>
        <p:cNvGrpSpPr/>
        <p:nvPr/>
      </p:nvGrpSpPr>
      <p:grpSpPr>
        <a:xfrm>
          <a:off x="0" y="0"/>
          <a:ext cx="0" cy="0"/>
          <a:chOff x="0" y="0"/>
          <a:chExt cx="0" cy="0"/>
        </a:xfrm>
      </p:grpSpPr>
      <p:sp>
        <p:nvSpPr>
          <p:cNvPr id="130" name="Shape 130"/>
          <p:cNvSpPr txBox="1"/>
          <p:nvPr>
            <p:ph type="title"/>
          </p:nvPr>
        </p:nvSpPr>
        <p:spPr>
          <a:xfrm>
            <a:off x="283669" y="262087"/>
            <a:ext cx="10515599" cy="6852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1" i="0" lang="en-US" sz="2400" u="none" cap="none" strike="noStrike">
                <a:solidFill>
                  <a:schemeClr val="dk1"/>
                </a:solidFill>
                <a:latin typeface="Average"/>
                <a:ea typeface="Average"/>
                <a:cs typeface="Average"/>
                <a:sym typeface="Average"/>
              </a:rPr>
              <a:t>Use Case 6: Replaying with the Current Options</a:t>
            </a:r>
          </a:p>
        </p:txBody>
      </p:sp>
      <p:graphicFrame>
        <p:nvGraphicFramePr>
          <p:cNvPr id="131" name="Shape 131"/>
          <p:cNvGraphicFramePr/>
          <p:nvPr/>
        </p:nvGraphicFramePr>
        <p:xfrm>
          <a:off x="254250" y="1184450"/>
          <a:ext cx="3000000" cy="3000000"/>
        </p:xfrm>
        <a:graphic>
          <a:graphicData uri="http://schemas.openxmlformats.org/drawingml/2006/table">
            <a:tbl>
              <a:tblPr>
                <a:noFill/>
                <a:tableStyleId>{5369B465-307C-4977-A36C-D1C37AEBC658}</a:tableStyleId>
              </a:tblPr>
              <a:tblGrid>
                <a:gridCol w="1897775"/>
                <a:gridCol w="35375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Goals of actor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0" lang="en-US" sz="1000" u="none" cap="none" strike="noStrike">
                          <a:solidFill>
                            <a:srgbClr val="FFFFFF"/>
                          </a:solidFill>
                          <a:latin typeface="Times New Roman"/>
                          <a:ea typeface="Times New Roman"/>
                          <a:cs typeface="Times New Roman"/>
                          <a:sym typeface="Times New Roman"/>
                        </a:rPr>
                        <a:t>Actor: a human player using the application. Upon completion of a match, the actor can opt to play another match. The goal of this use case to initiate a new match with the same parameters as the one that was just played.</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Tasks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1) After the game board has determined that there has been a winner or a tie and the results are recorded by the same, a dialog box reading “Play again?” appears on the screen.</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2) Actor clicks “Yes.”</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3) Second dialog appears that asks “Use same settings as last match?”</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4) Actor click “Yes.”</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5) Game board is cleared so that once again none of the squares are marked by game pieces.</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6) Label above the game board prompts Player 1 for a selection (Use Case 4).</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Preconditions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This use case can only execute after a prior match has reached completion either through a player winning, the match ending in a tie, or a player opting to quit mid-match.</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graphicFrame>
        <p:nvGraphicFramePr>
          <p:cNvPr id="132" name="Shape 132"/>
          <p:cNvGraphicFramePr/>
          <p:nvPr/>
        </p:nvGraphicFramePr>
        <p:xfrm>
          <a:off x="5838825" y="1181275"/>
          <a:ext cx="3000000" cy="3000000"/>
        </p:xfrm>
        <a:graphic>
          <a:graphicData uri="http://schemas.openxmlformats.org/drawingml/2006/table">
            <a:tbl>
              <a:tblPr>
                <a:noFill/>
                <a:tableStyleId>{5369B465-307C-4977-A36C-D1C37AEBC658}</a:tableStyleId>
              </a:tblPr>
              <a:tblGrid>
                <a:gridCol w="2016925"/>
                <a:gridCol w="37596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Exceptions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0" lang="en-US" sz="1000" u="none" cap="none" strike="noStrike">
                          <a:solidFill>
                            <a:srgbClr val="FFFFFF"/>
                          </a:solidFill>
                          <a:latin typeface="Times New Roman"/>
                          <a:ea typeface="Times New Roman"/>
                          <a:cs typeface="Times New Roman"/>
                          <a:sym typeface="Times New Roman"/>
                        </a:rPr>
                        <a:t>1) Actor has disabled further dialogs on the webpage. If multiple dialog boxes have appeared on a webpage, many browsers will display a check box where the user can disable any further dialog boxes for the duration of the time that they remain on the page. A “readme” file should probably be included in the directory.</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Variation of action interactions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If the actor chooses “No” in any of the dialog boxes mentioned in steps 1 and 3, then the display should revert back to the original options selection menu where the actor originally chose between “Player vs. Player” and “Player vs. Computer.”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pic>
        <p:nvPicPr>
          <p:cNvPr id="133" name="Shape 133"/>
          <p:cNvPicPr preferRelativeResize="0"/>
          <p:nvPr/>
        </p:nvPicPr>
        <p:blipFill rotWithShape="1">
          <a:blip r:embed="rId3">
            <a:alphaModFix/>
          </a:blip>
          <a:srcRect b="0" l="0" r="0" t="0"/>
          <a:stretch/>
        </p:blipFill>
        <p:spPr>
          <a:xfrm>
            <a:off x="11265993" y="5836744"/>
            <a:ext cx="926006" cy="92600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7" name="Shape 137"/>
        <p:cNvGrpSpPr/>
        <p:nvPr/>
      </p:nvGrpSpPr>
      <p:grpSpPr>
        <a:xfrm>
          <a:off x="0" y="0"/>
          <a:ext cx="0" cy="0"/>
          <a:chOff x="0" y="0"/>
          <a:chExt cx="0" cy="0"/>
        </a:xfrm>
      </p:grpSpPr>
      <p:sp>
        <p:nvSpPr>
          <p:cNvPr id="138" name="Shape 138"/>
          <p:cNvSpPr txBox="1"/>
          <p:nvPr>
            <p:ph type="title"/>
          </p:nvPr>
        </p:nvSpPr>
        <p:spPr>
          <a:xfrm>
            <a:off x="283669" y="262087"/>
            <a:ext cx="10515599" cy="6852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1" i="0" lang="en-US" sz="2400" u="none" cap="none" strike="noStrike">
                <a:solidFill>
                  <a:schemeClr val="dk1"/>
                </a:solidFill>
                <a:latin typeface="Average"/>
                <a:ea typeface="Average"/>
                <a:cs typeface="Average"/>
                <a:sym typeface="Average"/>
              </a:rPr>
              <a:t>Use Case 7: Quitting Mid-match</a:t>
            </a:r>
          </a:p>
        </p:txBody>
      </p:sp>
      <p:graphicFrame>
        <p:nvGraphicFramePr>
          <p:cNvPr id="139" name="Shape 139"/>
          <p:cNvGraphicFramePr/>
          <p:nvPr/>
        </p:nvGraphicFramePr>
        <p:xfrm>
          <a:off x="254250" y="1184450"/>
          <a:ext cx="3000000" cy="3000000"/>
        </p:xfrm>
        <a:graphic>
          <a:graphicData uri="http://schemas.openxmlformats.org/drawingml/2006/table">
            <a:tbl>
              <a:tblPr>
                <a:noFill/>
                <a:tableStyleId>{5369B465-307C-4977-A36C-D1C37AEBC658}</a:tableStyleId>
              </a:tblPr>
              <a:tblGrid>
                <a:gridCol w="1897775"/>
                <a:gridCol w="35375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Goals of actor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0" lang="en-US" sz="1000" u="none" cap="none" strike="noStrike">
                          <a:solidFill>
                            <a:srgbClr val="FFFFFF"/>
                          </a:solidFill>
                          <a:latin typeface="Times New Roman"/>
                          <a:ea typeface="Times New Roman"/>
                          <a:cs typeface="Times New Roman"/>
                          <a:sym typeface="Times New Roman"/>
                        </a:rPr>
                        <a:t>Actor: a human player using the application. If, for whatever reason, a player wants to end a match prior to its proper completion, forfeiture will be an option. The goal of this use case is for the actor to indicate a desire to terminate the current match.</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Tasks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1) Actor is prompted to make a selection with “[Player Name] turn” at the top of the game board.</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2) Actor mouses down to button below the game board that reads “Quit.”</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3) Actor clicks this button and a dialog box pops up that reads “Are you sure you want to quit? This will result in a loss being recorded for [Player Name].”</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4) Actor clicks “OK.”</a:t>
                      </a:r>
                    </a:p>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5) Use Case 6, the choice to replay, is presented on the screen.</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Preconditions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In order to quit a match, it must be the actor’s turn. Player 1 cannot forfeit during Player 2’s turn, or vice versa. </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graphicFrame>
        <p:nvGraphicFramePr>
          <p:cNvPr id="140" name="Shape 140"/>
          <p:cNvGraphicFramePr/>
          <p:nvPr/>
        </p:nvGraphicFramePr>
        <p:xfrm>
          <a:off x="5838825" y="1181275"/>
          <a:ext cx="3000000" cy="3000000"/>
        </p:xfrm>
        <a:graphic>
          <a:graphicData uri="http://schemas.openxmlformats.org/drawingml/2006/table">
            <a:tbl>
              <a:tblPr>
                <a:noFill/>
                <a:tableStyleId>{5369B465-307C-4977-A36C-D1C37AEBC658}</a:tableStyleId>
              </a:tblPr>
              <a:tblGrid>
                <a:gridCol w="2016925"/>
                <a:gridCol w="37596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Exceptions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b="0" lang="en-US" sz="1000" u="none" cap="none" strike="noStrike">
                          <a:solidFill>
                            <a:srgbClr val="FFFFFF"/>
                          </a:solidFill>
                          <a:latin typeface="Times New Roman"/>
                          <a:ea typeface="Times New Roman"/>
                          <a:cs typeface="Times New Roman"/>
                          <a:sym typeface="Times New Roman"/>
                        </a:rPr>
                        <a:t>1) Actor has disabled further dialogs on the page. This is the same concern as delineated in Use Case 6.</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Times New Roman"/>
                        <a:buNone/>
                      </a:pPr>
                      <a:r>
                        <a:rPr lang="en-US" sz="1000" u="none" cap="none" strike="noStrike">
                          <a:solidFill>
                            <a:srgbClr val="FF9900"/>
                          </a:solidFill>
                          <a:latin typeface="Times New Roman"/>
                          <a:ea typeface="Times New Roman"/>
                          <a:cs typeface="Times New Roman"/>
                          <a:sym typeface="Times New Roman"/>
                        </a:rPr>
                        <a:t>Variation of action interactions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Times New Roman"/>
                        <a:buNone/>
                      </a:pPr>
                      <a:r>
                        <a:rPr lang="en-US" sz="1000" u="none" cap="none" strike="noStrike">
                          <a:solidFill>
                            <a:srgbClr val="FFFFFF"/>
                          </a:solidFill>
                          <a:latin typeface="Times New Roman"/>
                          <a:ea typeface="Times New Roman"/>
                          <a:cs typeface="Times New Roman"/>
                          <a:sym typeface="Times New Roman"/>
                        </a:rPr>
                        <a:t>Upon reading the dialog, the actor can opt to select “Cancel.” In this instance, the match will resume as usual. It will still be the actor’s turn and he is free to select a square.</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pic>
        <p:nvPicPr>
          <p:cNvPr id="141" name="Shape 141"/>
          <p:cNvPicPr preferRelativeResize="0"/>
          <p:nvPr/>
        </p:nvPicPr>
        <p:blipFill rotWithShape="1">
          <a:blip r:embed="rId3">
            <a:alphaModFix/>
          </a:blip>
          <a:srcRect b="0" l="0" r="0" t="0"/>
          <a:stretch/>
        </p:blipFill>
        <p:spPr>
          <a:xfrm>
            <a:off x="11265993" y="5836744"/>
            <a:ext cx="926006" cy="92600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45" name="Shape 145"/>
        <p:cNvGrpSpPr/>
        <p:nvPr/>
      </p:nvGrpSpPr>
      <p:grpSpPr>
        <a:xfrm>
          <a:off x="0" y="0"/>
          <a:ext cx="0" cy="0"/>
          <a:chOff x="0" y="0"/>
          <a:chExt cx="0" cy="0"/>
        </a:xfrm>
      </p:grpSpPr>
      <p:sp>
        <p:nvSpPr>
          <p:cNvPr id="146" name="Shape 146"/>
          <p:cNvSpPr txBox="1"/>
          <p:nvPr>
            <p:ph type="title"/>
          </p:nvPr>
        </p:nvSpPr>
        <p:spPr>
          <a:xfrm>
            <a:off x="283669" y="262087"/>
            <a:ext cx="10515599" cy="6852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1" i="0" lang="en-US" sz="2400" u="none" cap="none" strike="noStrike">
                <a:solidFill>
                  <a:schemeClr val="dk1"/>
                </a:solidFill>
                <a:latin typeface="Average"/>
                <a:ea typeface="Average"/>
                <a:cs typeface="Average"/>
                <a:sym typeface="Average"/>
              </a:rPr>
              <a:t>Use Case 8: Recording the Results of a Match</a:t>
            </a:r>
          </a:p>
        </p:txBody>
      </p:sp>
      <p:graphicFrame>
        <p:nvGraphicFramePr>
          <p:cNvPr id="147" name="Shape 147"/>
          <p:cNvGraphicFramePr/>
          <p:nvPr/>
        </p:nvGraphicFramePr>
        <p:xfrm>
          <a:off x="254250" y="1184450"/>
          <a:ext cx="3000000" cy="3000000"/>
        </p:xfrm>
        <a:graphic>
          <a:graphicData uri="http://schemas.openxmlformats.org/drawingml/2006/table">
            <a:tbl>
              <a:tblPr>
                <a:noFill/>
                <a:tableStyleId>{5369B465-307C-4977-A36C-D1C37AEBC658}</a:tableStyleId>
              </a:tblPr>
              <a:tblGrid>
                <a:gridCol w="1897775"/>
                <a:gridCol w="35375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Average"/>
                        <a:buNone/>
                      </a:pPr>
                      <a:r>
                        <a:rPr lang="en-US" sz="1000" u="none" cap="none" strike="noStrike">
                          <a:solidFill>
                            <a:srgbClr val="FF9900"/>
                          </a:solidFill>
                          <a:latin typeface="Average"/>
                          <a:ea typeface="Average"/>
                          <a:cs typeface="Average"/>
                          <a:sym typeface="Average"/>
                        </a:rPr>
                        <a:t>Goals of actor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Average"/>
                        <a:buNone/>
                      </a:pPr>
                      <a:r>
                        <a:rPr b="0" lang="en-US" sz="1000" u="none" cap="none" strike="noStrike">
                          <a:solidFill>
                            <a:srgbClr val="FFFFFF"/>
                          </a:solidFill>
                          <a:latin typeface="Average"/>
                          <a:ea typeface="Average"/>
                          <a:cs typeface="Average"/>
                          <a:sym typeface="Average"/>
                        </a:rPr>
                        <a:t>Actor: An object representing a match. There needs to be a way for the system to receive information about the results of each match. The objective of this use case is for a match to record its results so they can be retrieved later.</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Average"/>
                        <a:buNone/>
                      </a:pPr>
                      <a:r>
                        <a:rPr lang="en-US" sz="1000" u="none" cap="none" strike="noStrike">
                          <a:solidFill>
                            <a:srgbClr val="FF9900"/>
                          </a:solidFill>
                          <a:latin typeface="Average"/>
                          <a:ea typeface="Average"/>
                          <a:cs typeface="Average"/>
                          <a:sym typeface="Average"/>
                        </a:rPr>
                        <a:t>Tasks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Average"/>
                        <a:buNone/>
                      </a:pPr>
                      <a:r>
                        <a:rPr lang="en-US" sz="1000" u="none" cap="none" strike="noStrike">
                          <a:solidFill>
                            <a:srgbClr val="FFFFFF"/>
                          </a:solidFill>
                          <a:latin typeface="Average"/>
                          <a:ea typeface="Average"/>
                          <a:cs typeface="Average"/>
                          <a:sym typeface="Average"/>
                        </a:rPr>
                        <a:t>1) Actor notes the two players of the match. Each player can be represented by a unique ID number that is stored in a hidden textbox field.</a:t>
                      </a:r>
                    </a:p>
                    <a:p>
                      <a:pPr indent="0" lvl="0" marL="88900" marR="88900" rtl="0" algn="l">
                        <a:lnSpc>
                          <a:spcPct val="115000"/>
                        </a:lnSpc>
                        <a:spcBef>
                          <a:spcPts val="0"/>
                        </a:spcBef>
                        <a:spcAft>
                          <a:spcPts val="0"/>
                        </a:spcAft>
                        <a:buClr>
                          <a:srgbClr val="000000"/>
                        </a:buClr>
                        <a:buSzPct val="25000"/>
                        <a:buFont typeface="Average"/>
                        <a:buNone/>
                      </a:pPr>
                      <a:r>
                        <a:rPr lang="en-US" sz="1000" u="none" cap="none" strike="noStrike">
                          <a:solidFill>
                            <a:srgbClr val="FFFFFF"/>
                          </a:solidFill>
                          <a:latin typeface="Average"/>
                          <a:ea typeface="Average"/>
                          <a:cs typeface="Average"/>
                          <a:sym typeface="Average"/>
                        </a:rPr>
                        <a:t>2) Actor notes if it has tie result or if there is a winner and loser.</a:t>
                      </a:r>
                    </a:p>
                    <a:p>
                      <a:pPr indent="0" lvl="0" marL="88900" marR="88900" rtl="0" algn="l">
                        <a:lnSpc>
                          <a:spcPct val="115000"/>
                        </a:lnSpc>
                        <a:spcBef>
                          <a:spcPts val="0"/>
                        </a:spcBef>
                        <a:spcAft>
                          <a:spcPts val="0"/>
                        </a:spcAft>
                        <a:buClr>
                          <a:srgbClr val="000000"/>
                        </a:buClr>
                        <a:buSzPct val="25000"/>
                        <a:buFont typeface="Average"/>
                        <a:buNone/>
                      </a:pPr>
                      <a:r>
                        <a:rPr lang="en-US" sz="1000" u="none" cap="none" strike="noStrike">
                          <a:solidFill>
                            <a:srgbClr val="FFFFFF"/>
                          </a:solidFill>
                          <a:latin typeface="Average"/>
                          <a:ea typeface="Average"/>
                          <a:cs typeface="Average"/>
                          <a:sym typeface="Average"/>
                        </a:rPr>
                        <a:t>3) Actor writes the details pertaining to itself: winner, loser, a Boolean to indicate whether or not it is a tie, and a timestamp, to a text file or database storing the system data.</a:t>
                      </a:r>
                    </a:p>
                    <a:p>
                      <a:pPr indent="0" lvl="0" marL="88900" marR="88900" rtl="0" algn="l">
                        <a:lnSpc>
                          <a:spcPct val="115000"/>
                        </a:lnSpc>
                        <a:spcBef>
                          <a:spcPts val="0"/>
                        </a:spcBef>
                        <a:spcAft>
                          <a:spcPts val="0"/>
                        </a:spcAft>
                        <a:buClr>
                          <a:srgbClr val="000000"/>
                        </a:buClr>
                        <a:buSzPct val="25000"/>
                        <a:buFont typeface="Average"/>
                        <a:buNone/>
                      </a:pPr>
                      <a:r>
                        <a:rPr lang="en-US" sz="1000" u="none" cap="none" strike="noStrike">
                          <a:solidFill>
                            <a:srgbClr val="FFFFFF"/>
                          </a:solidFill>
                          <a:latin typeface="Average"/>
                          <a:ea typeface="Average"/>
                          <a:cs typeface="Average"/>
                          <a:sym typeface="Average"/>
                        </a:rPr>
                        <a:t>4) Screen asks if there is to be another match (Use Case 6).</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Average"/>
                        <a:buNone/>
                      </a:pPr>
                      <a:r>
                        <a:rPr lang="en-US" sz="1000" u="none" cap="none" strike="noStrike">
                          <a:solidFill>
                            <a:srgbClr val="FF9900"/>
                          </a:solidFill>
                          <a:latin typeface="Average"/>
                          <a:ea typeface="Average"/>
                          <a:cs typeface="Average"/>
                          <a:sym typeface="Average"/>
                        </a:rPr>
                        <a:t>Preconditions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Average"/>
                        <a:buNone/>
                      </a:pPr>
                      <a:r>
                        <a:rPr lang="en-US" sz="1000" u="none" cap="none" strike="noStrike">
                          <a:solidFill>
                            <a:srgbClr val="FFFFFF"/>
                          </a:solidFill>
                          <a:latin typeface="Average"/>
                          <a:ea typeface="Average"/>
                          <a:cs typeface="Average"/>
                          <a:sym typeface="Average"/>
                        </a:rPr>
                        <a:t>A match being played needs to have just ended. This can occur in one of two ways: 1) The actor’s game board has determined that there is a winner or a tie. 2) A player has opted to quit mid-match.</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graphicFrame>
        <p:nvGraphicFramePr>
          <p:cNvPr id="148" name="Shape 148"/>
          <p:cNvGraphicFramePr/>
          <p:nvPr/>
        </p:nvGraphicFramePr>
        <p:xfrm>
          <a:off x="5838825" y="1181275"/>
          <a:ext cx="3000000" cy="3000000"/>
        </p:xfrm>
        <a:graphic>
          <a:graphicData uri="http://schemas.openxmlformats.org/drawingml/2006/table">
            <a:tbl>
              <a:tblPr>
                <a:noFill/>
                <a:tableStyleId>{5369B465-307C-4977-A36C-D1C37AEBC658}</a:tableStyleId>
              </a:tblPr>
              <a:tblGrid>
                <a:gridCol w="2016925"/>
                <a:gridCol w="3759675"/>
              </a:tblGrid>
              <a:tr h="127000">
                <a:tc>
                  <a:txBody>
                    <a:bodyPr>
                      <a:noAutofit/>
                    </a:bodyPr>
                    <a:lstStyle/>
                    <a:p>
                      <a:pPr indent="0" lvl="0" marL="88900" marR="88900" rtl="0" algn="l">
                        <a:lnSpc>
                          <a:spcPct val="115000"/>
                        </a:lnSpc>
                        <a:spcBef>
                          <a:spcPts val="0"/>
                        </a:spcBef>
                        <a:spcAft>
                          <a:spcPts val="0"/>
                        </a:spcAft>
                        <a:buClr>
                          <a:srgbClr val="FF9900"/>
                        </a:buClr>
                        <a:buSzPct val="25000"/>
                        <a:buFont typeface="Average"/>
                        <a:buNone/>
                      </a:pPr>
                      <a:r>
                        <a:rPr lang="en-US" sz="1000" u="none" cap="none" strike="noStrike">
                          <a:solidFill>
                            <a:srgbClr val="FF9900"/>
                          </a:solidFill>
                          <a:latin typeface="Average"/>
                          <a:ea typeface="Average"/>
                          <a:cs typeface="Average"/>
                          <a:sym typeface="Average"/>
                        </a:rPr>
                        <a:t>Exceptions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Average"/>
                        <a:buNone/>
                      </a:pPr>
                      <a:r>
                        <a:rPr b="0" lang="en-US" sz="1000" u="none" cap="none" strike="noStrike">
                          <a:solidFill>
                            <a:srgbClr val="FFFFFF"/>
                          </a:solidFill>
                          <a:latin typeface="Average"/>
                          <a:ea typeface="Average"/>
                          <a:cs typeface="Average"/>
                          <a:sym typeface="Average"/>
                        </a:rPr>
                        <a:t>Depending on data storage mechanism chosen:</a:t>
                      </a:r>
                    </a:p>
                    <a:p>
                      <a:pPr indent="0" lvl="0" marL="88900" marR="88900" rtl="0" algn="l">
                        <a:lnSpc>
                          <a:spcPct val="115000"/>
                        </a:lnSpc>
                        <a:spcBef>
                          <a:spcPts val="0"/>
                        </a:spcBef>
                        <a:spcAft>
                          <a:spcPts val="0"/>
                        </a:spcAft>
                        <a:buClr>
                          <a:srgbClr val="000000"/>
                        </a:buClr>
                        <a:buSzPct val="25000"/>
                        <a:buFont typeface="Average"/>
                        <a:buNone/>
                      </a:pPr>
                      <a:r>
                        <a:rPr b="0" lang="en-US" sz="1000" u="none" cap="none" strike="noStrike">
                          <a:solidFill>
                            <a:srgbClr val="FFFFFF"/>
                          </a:solidFill>
                          <a:latin typeface="Average"/>
                          <a:ea typeface="Average"/>
                          <a:cs typeface="Average"/>
                          <a:sym typeface="Average"/>
                        </a:rPr>
                        <a:t>1) Cannot connect to database </a:t>
                      </a:r>
                    </a:p>
                    <a:p>
                      <a:pPr indent="0" lvl="0" marL="88900" marR="88900" rtl="0" algn="l">
                        <a:lnSpc>
                          <a:spcPct val="115000"/>
                        </a:lnSpc>
                        <a:spcBef>
                          <a:spcPts val="0"/>
                        </a:spcBef>
                        <a:spcAft>
                          <a:spcPts val="0"/>
                        </a:spcAft>
                        <a:buClr>
                          <a:srgbClr val="000000"/>
                        </a:buClr>
                        <a:buSzPct val="25000"/>
                        <a:buFont typeface="Average"/>
                        <a:buNone/>
                      </a:pPr>
                      <a:r>
                        <a:rPr b="0" lang="en-US" sz="1000" u="none" cap="none" strike="noStrike">
                          <a:solidFill>
                            <a:srgbClr val="FFFFFF"/>
                          </a:solidFill>
                          <a:latin typeface="Average"/>
                          <a:ea typeface="Average"/>
                          <a:cs typeface="Average"/>
                          <a:sym typeface="Average"/>
                        </a:rPr>
                        <a:t>2) File not found exception</a:t>
                      </a:r>
                    </a:p>
                    <a:p>
                      <a:pPr indent="0" lvl="0" marL="88900" marR="88900" rtl="0" algn="l">
                        <a:lnSpc>
                          <a:spcPct val="115000"/>
                        </a:lnSpc>
                        <a:spcBef>
                          <a:spcPts val="0"/>
                        </a:spcBef>
                        <a:spcAft>
                          <a:spcPts val="0"/>
                        </a:spcAft>
                        <a:buClr>
                          <a:srgbClr val="000000"/>
                        </a:buClr>
                        <a:buSzPct val="25000"/>
                        <a:buFont typeface="Average"/>
                        <a:buNone/>
                      </a:pPr>
                      <a:r>
                        <a:rPr b="0" lang="en-US" sz="1000" u="none" cap="none" strike="noStrike">
                          <a:solidFill>
                            <a:srgbClr val="FFFFFF"/>
                          </a:solidFill>
                          <a:latin typeface="Average"/>
                          <a:ea typeface="Average"/>
                          <a:cs typeface="Average"/>
                          <a:sym typeface="Average"/>
                        </a:rPr>
                        <a:t>These possibilities are discussed in Use Case 2.</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r h="127000">
                <a:tc>
                  <a:txBody>
                    <a:bodyPr>
                      <a:noAutofit/>
                    </a:bodyPr>
                    <a:lstStyle/>
                    <a:p>
                      <a:pPr indent="0" lvl="0" marL="88900" marR="88900" rtl="0" algn="l">
                        <a:lnSpc>
                          <a:spcPct val="115000"/>
                        </a:lnSpc>
                        <a:spcBef>
                          <a:spcPts val="0"/>
                        </a:spcBef>
                        <a:spcAft>
                          <a:spcPts val="0"/>
                        </a:spcAft>
                        <a:buClr>
                          <a:srgbClr val="FF9900"/>
                        </a:buClr>
                        <a:buSzPct val="25000"/>
                        <a:buFont typeface="Average"/>
                        <a:buNone/>
                      </a:pPr>
                      <a:r>
                        <a:rPr lang="en-US" sz="1000" u="none" cap="none" strike="noStrike">
                          <a:solidFill>
                            <a:srgbClr val="FF9900"/>
                          </a:solidFill>
                          <a:latin typeface="Average"/>
                          <a:ea typeface="Average"/>
                          <a:cs typeface="Average"/>
                          <a:sym typeface="Average"/>
                        </a:rPr>
                        <a:t>Variation of action interactions</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c>
                  <a:txBody>
                    <a:bodyPr>
                      <a:noAutofit/>
                    </a:bodyPr>
                    <a:lstStyle/>
                    <a:p>
                      <a:pPr indent="0" lvl="0" marL="88900" marR="88900" rtl="0" algn="l">
                        <a:lnSpc>
                          <a:spcPct val="115000"/>
                        </a:lnSpc>
                        <a:spcBef>
                          <a:spcPts val="0"/>
                        </a:spcBef>
                        <a:spcAft>
                          <a:spcPts val="0"/>
                        </a:spcAft>
                        <a:buClr>
                          <a:srgbClr val="000000"/>
                        </a:buClr>
                        <a:buSzPct val="25000"/>
                        <a:buFont typeface="Average"/>
                        <a:buNone/>
                      </a:pPr>
                      <a:r>
                        <a:rPr lang="en-US" sz="1000" u="none" cap="none" strike="noStrike">
                          <a:solidFill>
                            <a:srgbClr val="FFFFFF"/>
                          </a:solidFill>
                          <a:latin typeface="Average"/>
                          <a:ea typeface="Average"/>
                          <a:cs typeface="Average"/>
                          <a:sym typeface="Average"/>
                        </a:rPr>
                        <a:t>Not applicable for this case.</a:t>
                      </a:r>
                    </a:p>
                  </a:txBody>
                  <a:tcPr marT="63500" marB="63500" marR="63500" marL="63500">
                    <a:lnL cap="flat" cmpd="sng" w="12700">
                      <a:solidFill>
                        <a:srgbClr val="000000"/>
                      </a:solidFill>
                      <a:prstDash val="solid"/>
                      <a:round/>
                      <a:headEnd len="med" w="med" type="none"/>
                      <a:tailEnd len="med" w="med" type="none"/>
                    </a:lnL>
                    <a:lnR cap="flat" cmpd="sng" w="12700">
                      <a:solidFill>
                        <a:srgbClr val="000000"/>
                      </a:solidFill>
                      <a:prstDash val="solid"/>
                      <a:round/>
                      <a:headEnd len="med" w="med" type="none"/>
                      <a:tailEnd len="med" w="med" type="none"/>
                    </a:lnR>
                    <a:lnT cap="flat" cmpd="sng" w="12700">
                      <a:solidFill>
                        <a:srgbClr val="000000"/>
                      </a:solidFill>
                      <a:prstDash val="solid"/>
                      <a:round/>
                      <a:headEnd len="med" w="med" type="none"/>
                      <a:tailEnd len="med" w="med" type="none"/>
                    </a:lnT>
                    <a:lnB cap="flat" cmpd="sng" w="12700">
                      <a:solidFill>
                        <a:srgbClr val="000000"/>
                      </a:solidFill>
                      <a:prstDash val="solid"/>
                      <a:round/>
                      <a:headEnd len="med" w="med" type="none"/>
                      <a:tailEnd len="med" w="med" type="none"/>
                    </a:lnB>
                  </a:tcPr>
                </a:tc>
              </a:tr>
            </a:tbl>
          </a:graphicData>
        </a:graphic>
      </p:graphicFrame>
      <p:pic>
        <p:nvPicPr>
          <p:cNvPr id="149" name="Shape 149"/>
          <p:cNvPicPr preferRelativeResize="0"/>
          <p:nvPr/>
        </p:nvPicPr>
        <p:blipFill rotWithShape="1">
          <a:blip r:embed="rId3">
            <a:alphaModFix/>
          </a:blip>
          <a:srcRect b="0" l="0" r="0" t="0"/>
          <a:stretch/>
        </p:blipFill>
        <p:spPr>
          <a:xfrm>
            <a:off x="11265993" y="5836744"/>
            <a:ext cx="926006" cy="92600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53" name="Shape 153"/>
        <p:cNvGrpSpPr/>
        <p:nvPr/>
      </p:nvGrpSpPr>
      <p:grpSpPr>
        <a:xfrm>
          <a:off x="0" y="0"/>
          <a:ext cx="0" cy="0"/>
          <a:chOff x="0" y="0"/>
          <a:chExt cx="0" cy="0"/>
        </a:xfrm>
      </p:grpSpPr>
      <p:sp>
        <p:nvSpPr>
          <p:cNvPr id="154" name="Shape 154"/>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1" i="0" lang="en-US" sz="4400" u="none" cap="none" strike="noStrike">
                <a:solidFill>
                  <a:schemeClr val="dk1"/>
                </a:solidFill>
                <a:latin typeface="Average"/>
                <a:ea typeface="Average"/>
                <a:cs typeface="Average"/>
                <a:sym typeface="Average"/>
              </a:rPr>
              <a:t>Non-functional Requirements</a:t>
            </a:r>
          </a:p>
        </p:txBody>
      </p:sp>
      <p:sp>
        <p:nvSpPr>
          <p:cNvPr id="155" name="Shape 155"/>
          <p:cNvSpPr txBox="1"/>
          <p:nvPr>
            <p:ph idx="1" type="body"/>
          </p:nvPr>
        </p:nvSpPr>
        <p:spPr>
          <a:xfrm>
            <a:off x="838200" y="1825625"/>
            <a:ext cx="10515599" cy="4351199"/>
          </a:xfrm>
          <a:prstGeom prst="rect">
            <a:avLst/>
          </a:prstGeom>
          <a:noFill/>
          <a:ln>
            <a:noFill/>
          </a:ln>
        </p:spPr>
        <p:txBody>
          <a:bodyPr anchorCtr="0" anchor="t" bIns="121900" lIns="121900" rIns="121900" tIns="121900">
            <a:noAutofit/>
          </a:bodyPr>
          <a:lstStyle/>
          <a:p>
            <a:pPr indent="-50800" lvl="0" marL="228600" marR="0" rtl="0" algn="l">
              <a:lnSpc>
                <a:spcPct val="90000"/>
              </a:lnSpc>
              <a:spcBef>
                <a:spcPts val="0"/>
              </a:spcBef>
              <a:spcAft>
                <a:spcPts val="0"/>
              </a:spcAft>
              <a:buClr>
                <a:schemeClr val="dk1"/>
              </a:buClr>
              <a:buSzPct val="25000"/>
              <a:buFont typeface="Arial"/>
              <a:buNone/>
            </a:pPr>
            <a:r>
              <a:rPr b="0" i="0" lang="en-US" sz="1400" u="none" cap="none" strike="noStrike">
                <a:solidFill>
                  <a:srgbClr val="FF9900"/>
                </a:solidFill>
                <a:latin typeface="Average"/>
                <a:ea typeface="Average"/>
                <a:cs typeface="Average"/>
                <a:sym typeface="Average"/>
              </a:rPr>
              <a:t>Cost Constraints</a:t>
            </a:r>
          </a:p>
          <a:p>
            <a:pPr indent="-50800" lvl="0" marL="228600" marR="0" rtl="0" algn="l">
              <a:lnSpc>
                <a:spcPct val="90000"/>
              </a:lnSpc>
              <a:spcBef>
                <a:spcPts val="2100"/>
              </a:spcBef>
              <a:spcAft>
                <a:spcPts val="0"/>
              </a:spcAft>
              <a:buClr>
                <a:schemeClr val="dk1"/>
              </a:buClr>
              <a:buSzPct val="25000"/>
              <a:buFont typeface="Arial"/>
              <a:buNone/>
            </a:pPr>
            <a:r>
              <a:rPr b="0" i="0" lang="en-US" sz="1400" u="none" cap="none" strike="noStrike">
                <a:solidFill>
                  <a:schemeClr val="dk1"/>
                </a:solidFill>
                <a:latin typeface="Average"/>
                <a:ea typeface="Average"/>
                <a:cs typeface="Average"/>
                <a:sym typeface="Average"/>
              </a:rPr>
              <a:t>The tic-tac-toe application will likely use software that is already readily available to both Shallow Blue and the client. The coding will be performed in free, open source IDE’s such as Aptana or simple text editors already available on the team’s machines. The execution environment will be the </a:t>
            </a:r>
            <a:r>
              <a:rPr b="0" i="0" lang="en-US" sz="1400" u="none" cap="none" strike="noStrike">
                <a:solidFill>
                  <a:srgbClr val="FF9900"/>
                </a:solidFill>
                <a:latin typeface="Average"/>
                <a:ea typeface="Average"/>
                <a:cs typeface="Average"/>
                <a:sym typeface="Average"/>
              </a:rPr>
              <a:t>common web browsers such as Safari, Chrome, and Firefox that are readily available for downloading</a:t>
            </a:r>
            <a:r>
              <a:rPr b="0" i="0" lang="en-US" sz="1400" u="none" cap="none" strike="noStrike">
                <a:solidFill>
                  <a:schemeClr val="dk1"/>
                </a:solidFill>
                <a:latin typeface="Average"/>
                <a:ea typeface="Average"/>
                <a:cs typeface="Average"/>
                <a:sym typeface="Average"/>
              </a:rPr>
              <a:t>. The team also has access to a web server, should the application make use of MySQL and be deployed on the World Wide Web. Thus, Shallow Blue does not anticipate incurring any monetary cost for the project.</a:t>
            </a:r>
          </a:p>
          <a:p>
            <a:pPr indent="-50800" lvl="0" marL="228600" marR="0" rtl="0" algn="l">
              <a:lnSpc>
                <a:spcPct val="90000"/>
              </a:lnSpc>
              <a:spcBef>
                <a:spcPts val="2100"/>
              </a:spcBef>
              <a:spcAft>
                <a:spcPts val="0"/>
              </a:spcAft>
              <a:buClr>
                <a:schemeClr val="dk1"/>
              </a:buClr>
              <a:buSzPct val="25000"/>
              <a:buFont typeface="Arial"/>
              <a:buNone/>
            </a:pPr>
            <a:r>
              <a:rPr b="0" i="0" lang="en-US" sz="1400" u="none" cap="none" strike="noStrike">
                <a:solidFill>
                  <a:srgbClr val="FF9900"/>
                </a:solidFill>
                <a:latin typeface="Average"/>
                <a:ea typeface="Average"/>
                <a:cs typeface="Average"/>
                <a:sym typeface="Average"/>
              </a:rPr>
              <a:t>Reliability </a:t>
            </a:r>
          </a:p>
          <a:p>
            <a:pPr indent="-50800" lvl="0" marL="228600" marR="0" rtl="0" algn="l">
              <a:lnSpc>
                <a:spcPct val="90000"/>
              </a:lnSpc>
              <a:spcBef>
                <a:spcPts val="2100"/>
              </a:spcBef>
              <a:spcAft>
                <a:spcPts val="0"/>
              </a:spcAft>
              <a:buClr>
                <a:schemeClr val="dk1"/>
              </a:buClr>
              <a:buSzPct val="25000"/>
              <a:buFont typeface="Arial"/>
              <a:buNone/>
            </a:pPr>
            <a:r>
              <a:rPr b="0" i="0" lang="en-US" sz="1400" u="none" cap="none" strike="noStrike">
                <a:solidFill>
                  <a:schemeClr val="dk1"/>
                </a:solidFill>
                <a:latin typeface="Average"/>
                <a:ea typeface="Average"/>
                <a:cs typeface="Average"/>
                <a:sym typeface="Average"/>
              </a:rPr>
              <a:t>The client wishes for application to have </a:t>
            </a:r>
            <a:r>
              <a:rPr b="0" i="0" lang="en-US" sz="1400" u="none" cap="none" strike="noStrike">
                <a:solidFill>
                  <a:srgbClr val="FF9900"/>
                </a:solidFill>
                <a:latin typeface="Average"/>
                <a:ea typeface="Average"/>
                <a:cs typeface="Average"/>
                <a:sym typeface="Average"/>
              </a:rPr>
              <a:t>an immediate start up time in the event of a system failure</a:t>
            </a:r>
            <a:r>
              <a:rPr b="0" i="0" lang="en-US" sz="1400" u="none" cap="none" strike="noStrike">
                <a:solidFill>
                  <a:schemeClr val="dk1"/>
                </a:solidFill>
                <a:latin typeface="Average"/>
                <a:ea typeface="Average"/>
                <a:cs typeface="Average"/>
                <a:sym typeface="Average"/>
              </a:rPr>
              <a:t>. Restarting the application can be </a:t>
            </a:r>
            <a:r>
              <a:rPr b="0" i="0" lang="en-US" sz="1400" u="none" cap="none" strike="noStrike">
                <a:solidFill>
                  <a:srgbClr val="FF9900"/>
                </a:solidFill>
                <a:latin typeface="Average"/>
                <a:ea typeface="Average"/>
                <a:cs typeface="Average"/>
                <a:sym typeface="Average"/>
              </a:rPr>
              <a:t>accomplished with a refresh in the browser </a:t>
            </a:r>
            <a:r>
              <a:rPr b="0" i="0" lang="en-US" sz="1400" u="none" cap="none" strike="noStrike">
                <a:solidFill>
                  <a:schemeClr val="dk1"/>
                </a:solidFill>
                <a:latin typeface="Average"/>
                <a:ea typeface="Average"/>
                <a:cs typeface="Average"/>
                <a:sym typeface="Average"/>
              </a:rPr>
              <a:t>or navigating to the directory housing the files. If a text file is chosen as the storage format for the match data, then there will be no risk of server downtime. </a:t>
            </a:r>
          </a:p>
          <a:p>
            <a:pPr indent="-50800" lvl="0" marL="228600" marR="0" rtl="0" algn="l">
              <a:lnSpc>
                <a:spcPct val="90000"/>
              </a:lnSpc>
              <a:spcBef>
                <a:spcPts val="2100"/>
              </a:spcBef>
              <a:spcAft>
                <a:spcPts val="0"/>
              </a:spcAft>
              <a:buClr>
                <a:schemeClr val="dk1"/>
              </a:buClr>
              <a:buSzPct val="25000"/>
              <a:buFont typeface="Arial"/>
              <a:buNone/>
            </a:pPr>
            <a:r>
              <a:rPr b="0" i="0" lang="en-US" sz="1400" u="none" cap="none" strike="noStrike">
                <a:solidFill>
                  <a:srgbClr val="FF9900"/>
                </a:solidFill>
                <a:latin typeface="Average"/>
                <a:ea typeface="Average"/>
                <a:cs typeface="Average"/>
                <a:sym typeface="Average"/>
              </a:rPr>
              <a:t>Time Constraints</a:t>
            </a:r>
          </a:p>
          <a:p>
            <a:pPr indent="-50800" lvl="0" marL="228600" marR="0" rtl="0" algn="l">
              <a:lnSpc>
                <a:spcPct val="90000"/>
              </a:lnSpc>
              <a:spcBef>
                <a:spcPts val="2100"/>
              </a:spcBef>
              <a:spcAft>
                <a:spcPts val="0"/>
              </a:spcAft>
              <a:buClr>
                <a:schemeClr val="dk1"/>
              </a:buClr>
              <a:buSzPct val="25000"/>
              <a:buFont typeface="Arial"/>
              <a:buNone/>
            </a:pPr>
            <a:r>
              <a:rPr b="0" i="0" lang="en-US" sz="1400" u="none" cap="none" strike="noStrike">
                <a:solidFill>
                  <a:schemeClr val="dk1"/>
                </a:solidFill>
                <a:latin typeface="Average"/>
                <a:ea typeface="Average"/>
                <a:cs typeface="Average"/>
                <a:sym typeface="Average"/>
              </a:rPr>
              <a:t>The client has decided that this is intended to be a </a:t>
            </a:r>
            <a:r>
              <a:rPr b="0" i="0" lang="en-US" sz="1400" u="none" cap="none" strike="noStrike">
                <a:solidFill>
                  <a:srgbClr val="FF9900"/>
                </a:solidFill>
                <a:latin typeface="Average"/>
                <a:ea typeface="Average"/>
                <a:cs typeface="Average"/>
                <a:sym typeface="Average"/>
              </a:rPr>
              <a:t>one-semester project</a:t>
            </a:r>
            <a:r>
              <a:rPr b="0" i="0" lang="en-US" sz="1400" u="none" cap="none" strike="noStrike">
                <a:solidFill>
                  <a:schemeClr val="dk1"/>
                </a:solidFill>
                <a:latin typeface="Average"/>
                <a:ea typeface="Average"/>
                <a:cs typeface="Average"/>
                <a:sym typeface="Average"/>
              </a:rPr>
              <a:t>. The client has specified the following non-negotiable project milestone deadlines:</a:t>
            </a:r>
          </a:p>
        </p:txBody>
      </p:sp>
      <p:pic>
        <p:nvPicPr>
          <p:cNvPr id="156" name="Shape 156"/>
          <p:cNvPicPr preferRelativeResize="0"/>
          <p:nvPr/>
        </p:nvPicPr>
        <p:blipFill rotWithShape="1">
          <a:blip r:embed="rId3">
            <a:alphaModFix/>
          </a:blip>
          <a:srcRect b="0" l="0" r="0" t="0"/>
          <a:stretch/>
        </p:blipFill>
        <p:spPr>
          <a:xfrm>
            <a:off x="11265993" y="5824044"/>
            <a:ext cx="926100" cy="9260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60" name="Shape 160"/>
        <p:cNvGrpSpPr/>
        <p:nvPr/>
      </p:nvGrpSpPr>
      <p:grpSpPr>
        <a:xfrm>
          <a:off x="0" y="0"/>
          <a:ext cx="0" cy="0"/>
          <a:chOff x="0" y="0"/>
          <a:chExt cx="0" cy="0"/>
        </a:xfrm>
      </p:grpSpPr>
      <p:sp>
        <p:nvSpPr>
          <p:cNvPr id="161" name="Shape 161"/>
          <p:cNvSpPr txBox="1"/>
          <p:nvPr>
            <p:ph type="title"/>
          </p:nvPr>
        </p:nvSpPr>
        <p:spPr>
          <a:xfrm>
            <a:off x="882300" y="3009900"/>
            <a:ext cx="10469700" cy="1041300"/>
          </a:xfrm>
          <a:prstGeom prst="rect">
            <a:avLst/>
          </a:prstGeom>
          <a:noFill/>
          <a:ln>
            <a:noFill/>
          </a:ln>
        </p:spPr>
        <p:txBody>
          <a:bodyPr anchorCtr="0" anchor="ctr" bIns="121900" lIns="121900" rIns="121900" tIns="121900">
            <a:noAutofit/>
          </a:bodyPr>
          <a:lstStyle/>
          <a:p>
            <a:pPr indent="0" lvl="0" marL="0" marR="0" rtl="0" algn="ctr">
              <a:lnSpc>
                <a:spcPct val="100000"/>
              </a:lnSpc>
              <a:spcBef>
                <a:spcPts val="0"/>
              </a:spcBef>
              <a:spcAft>
                <a:spcPts val="0"/>
              </a:spcAft>
              <a:buClr>
                <a:srgbClr val="000000"/>
              </a:buClr>
              <a:buSzPct val="25000"/>
              <a:buFont typeface="Oswald"/>
              <a:buNone/>
            </a:pPr>
            <a:r>
              <a:rPr b="1" lang="en-US"/>
              <a:t>Class Diagram</a:t>
            </a:r>
            <a:br>
              <a:rPr b="1" i="0" lang="en-US" sz="4800" u="none" cap="none" strike="noStrike">
                <a:solidFill>
                  <a:schemeClr val="dk1"/>
                </a:solidFill>
                <a:latin typeface="Oswald"/>
                <a:ea typeface="Oswald"/>
                <a:cs typeface="Oswald"/>
                <a:sym typeface="Oswald"/>
              </a:rPr>
            </a:br>
            <a:r>
              <a:rPr b="1" i="0" lang="en-US" sz="1200" u="none" cap="none" strike="sngStrike">
                <a:solidFill>
                  <a:srgbClr val="FF9900"/>
                </a:solidFill>
                <a:latin typeface="Average"/>
                <a:ea typeface="Average"/>
                <a:cs typeface="Average"/>
                <a:sym typeface="Average"/>
              </a:rPr>
              <a:t>x x x x</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65" name="Shape 165"/>
        <p:cNvGrpSpPr/>
        <p:nvPr/>
      </p:nvGrpSpPr>
      <p:grpSpPr>
        <a:xfrm>
          <a:off x="0" y="0"/>
          <a:ext cx="0" cy="0"/>
          <a:chOff x="0" y="0"/>
          <a:chExt cx="0" cy="0"/>
        </a:xfrm>
      </p:grpSpPr>
      <p:pic>
        <p:nvPicPr>
          <p:cNvPr id="166" name="Shape 166"/>
          <p:cNvPicPr preferRelativeResize="0"/>
          <p:nvPr/>
        </p:nvPicPr>
        <p:blipFill>
          <a:blip r:embed="rId3">
            <a:alphaModFix/>
          </a:blip>
          <a:stretch>
            <a:fillRect/>
          </a:stretch>
        </p:blipFill>
        <p:spPr>
          <a:xfrm>
            <a:off x="1079790" y="0"/>
            <a:ext cx="9845069" cy="6858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70" name="Shape 170"/>
        <p:cNvGrpSpPr/>
        <p:nvPr/>
      </p:nvGrpSpPr>
      <p:grpSpPr>
        <a:xfrm>
          <a:off x="0" y="0"/>
          <a:ext cx="0" cy="0"/>
          <a:chOff x="0" y="0"/>
          <a:chExt cx="0" cy="0"/>
        </a:xfrm>
      </p:grpSpPr>
      <p:sp>
        <p:nvSpPr>
          <p:cNvPr id="171" name="Shape 171"/>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Average"/>
                <a:ea typeface="Average"/>
                <a:cs typeface="Average"/>
                <a:sym typeface="Average"/>
              </a:rPr>
              <a:t>Dynamic Modeling </a:t>
            </a:r>
          </a:p>
        </p:txBody>
      </p:sp>
      <p:sp>
        <p:nvSpPr>
          <p:cNvPr id="172" name="Shape 172"/>
          <p:cNvSpPr txBox="1"/>
          <p:nvPr>
            <p:ph idx="1" type="body"/>
          </p:nvPr>
        </p:nvSpPr>
        <p:spPr>
          <a:xfrm>
            <a:off x="838200" y="1825625"/>
            <a:ext cx="10515599" cy="4351199"/>
          </a:xfrm>
          <a:prstGeom prst="rect">
            <a:avLst/>
          </a:prstGeom>
          <a:noFill/>
          <a:ln>
            <a:noFill/>
          </a:ln>
        </p:spPr>
        <p:txBody>
          <a:bodyPr anchorCtr="0" anchor="t" bIns="121900" lIns="121900" rIns="121900" tIns="121900">
            <a:noAutofit/>
          </a:bodyPr>
          <a:lstStyle/>
          <a:p>
            <a:pPr indent="-50800" lvl="0" marL="228600" marR="0" rtl="0" algn="l">
              <a:lnSpc>
                <a:spcPct val="90000"/>
              </a:lnSpc>
              <a:spcBef>
                <a:spcPts val="0"/>
              </a:spcBef>
              <a:spcAft>
                <a:spcPts val="0"/>
              </a:spcAft>
              <a:buClr>
                <a:schemeClr val="dk1"/>
              </a:buClr>
              <a:buSzPct val="250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76" name="Shape 176"/>
        <p:cNvGrpSpPr/>
        <p:nvPr/>
      </p:nvGrpSpPr>
      <p:grpSpPr>
        <a:xfrm>
          <a:off x="0" y="0"/>
          <a:ext cx="0" cy="0"/>
          <a:chOff x="0" y="0"/>
          <a:chExt cx="0" cy="0"/>
        </a:xfrm>
      </p:grpSpPr>
      <p:sp>
        <p:nvSpPr>
          <p:cNvPr id="177" name="Shape 177"/>
          <p:cNvSpPr txBox="1"/>
          <p:nvPr>
            <p:ph type="title"/>
          </p:nvPr>
        </p:nvSpPr>
        <p:spPr>
          <a:xfrm>
            <a:off x="882300" y="3009900"/>
            <a:ext cx="10469700" cy="1041400"/>
          </a:xfrm>
          <a:prstGeom prst="rect">
            <a:avLst/>
          </a:prstGeom>
          <a:noFill/>
          <a:ln>
            <a:noFill/>
          </a:ln>
        </p:spPr>
        <p:txBody>
          <a:bodyPr anchorCtr="0" anchor="ctr" bIns="121900" lIns="121900" rIns="121900" tIns="121900">
            <a:noAutofit/>
          </a:bodyPr>
          <a:lstStyle/>
          <a:p>
            <a:pPr indent="0" lvl="0" marL="0" marR="0" rtl="0" algn="ctr">
              <a:lnSpc>
                <a:spcPct val="100000"/>
              </a:lnSpc>
              <a:spcBef>
                <a:spcPts val="0"/>
              </a:spcBef>
              <a:spcAft>
                <a:spcPts val="0"/>
              </a:spcAft>
              <a:buClr>
                <a:srgbClr val="000000"/>
              </a:buClr>
              <a:buSzPct val="25000"/>
              <a:buFont typeface="Oswald"/>
              <a:buNone/>
            </a:pPr>
            <a:r>
              <a:rPr b="1" i="0" lang="en-US" sz="4800" u="none" cap="none" strike="noStrike">
                <a:solidFill>
                  <a:schemeClr val="dk1"/>
                </a:solidFill>
                <a:latin typeface="Oswald"/>
                <a:ea typeface="Oswald"/>
                <a:cs typeface="Oswald"/>
                <a:sym typeface="Oswald"/>
              </a:rPr>
              <a:t>Software Project Management Plan</a:t>
            </a:r>
            <a:br>
              <a:rPr b="1" i="0" lang="en-US" sz="4800" u="none" cap="none" strike="noStrike">
                <a:solidFill>
                  <a:schemeClr val="dk1"/>
                </a:solidFill>
                <a:latin typeface="Oswald"/>
                <a:ea typeface="Oswald"/>
                <a:cs typeface="Oswald"/>
                <a:sym typeface="Oswald"/>
              </a:rPr>
            </a:br>
            <a:r>
              <a:rPr b="1" i="0" lang="en-US" sz="1200" u="none" cap="none" strike="sngStrike">
                <a:solidFill>
                  <a:srgbClr val="FF9900"/>
                </a:solidFill>
                <a:latin typeface="Average"/>
                <a:ea typeface="Average"/>
                <a:cs typeface="Average"/>
                <a:sym typeface="Average"/>
              </a:rPr>
              <a:t>x x x x</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81" name="Shape 181"/>
        <p:cNvGrpSpPr/>
        <p:nvPr/>
      </p:nvGrpSpPr>
      <p:grpSpPr>
        <a:xfrm>
          <a:off x="0" y="0"/>
          <a:ext cx="0" cy="0"/>
          <a:chOff x="0" y="0"/>
          <a:chExt cx="0" cy="0"/>
        </a:xfrm>
      </p:grpSpPr>
      <p:sp>
        <p:nvSpPr>
          <p:cNvPr id="182" name="Shape 182"/>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Average"/>
                <a:ea typeface="Average"/>
                <a:cs typeface="Average"/>
                <a:sym typeface="Average"/>
              </a:rPr>
              <a:t>Team Organization</a:t>
            </a:r>
          </a:p>
        </p:txBody>
      </p:sp>
      <p:sp>
        <p:nvSpPr>
          <p:cNvPr id="183" name="Shape 183"/>
          <p:cNvSpPr txBox="1"/>
          <p:nvPr>
            <p:ph idx="1" type="body"/>
          </p:nvPr>
        </p:nvSpPr>
        <p:spPr>
          <a:xfrm>
            <a:off x="838200" y="1825625"/>
            <a:ext cx="10515599" cy="4351199"/>
          </a:xfrm>
          <a:prstGeom prst="rect">
            <a:avLst/>
          </a:prstGeom>
          <a:noFill/>
          <a:ln>
            <a:noFill/>
          </a:ln>
        </p:spPr>
        <p:txBody>
          <a:bodyPr anchorCtr="0" anchor="t" bIns="121900" lIns="121900" rIns="121900" tIns="121900">
            <a:noAutofit/>
          </a:bodyPr>
          <a:lstStyle/>
          <a:p>
            <a:pPr indent="0" lvl="0" marL="177800" marR="0" rtl="0" algn="l">
              <a:lnSpc>
                <a:spcPct val="90000"/>
              </a:lnSpc>
              <a:spcBef>
                <a:spcPts val="0"/>
              </a:spcBef>
              <a:spcAft>
                <a:spcPts val="0"/>
              </a:spcAft>
              <a:buClr>
                <a:schemeClr val="dk1"/>
              </a:buClr>
              <a:buSzPct val="25000"/>
              <a:buFont typeface="Arial"/>
              <a:buNone/>
            </a:pPr>
            <a:r>
              <a:rPr b="0" i="0" lang="en-US" sz="2800" u="none" cap="none" strike="noStrike">
                <a:solidFill>
                  <a:srgbClr val="FF9900"/>
                </a:solidFill>
                <a:latin typeface="Average"/>
                <a:ea typeface="Average"/>
                <a:cs typeface="Average"/>
                <a:sym typeface="Average"/>
              </a:rPr>
              <a:t>Team Lead </a:t>
            </a:r>
            <a:r>
              <a:rPr b="0" i="0" lang="en-US" sz="2800" u="none" cap="none" strike="noStrike">
                <a:solidFill>
                  <a:schemeClr val="dk1"/>
                </a:solidFill>
                <a:latin typeface="Average"/>
                <a:ea typeface="Average"/>
                <a:cs typeface="Average"/>
                <a:sym typeface="Average"/>
              </a:rPr>
              <a:t>Jomar Dizon</a:t>
            </a:r>
          </a:p>
          <a:p>
            <a:pPr indent="0" lvl="0" marL="177800" marR="0" rtl="0" algn="l">
              <a:lnSpc>
                <a:spcPct val="90000"/>
              </a:lnSpc>
              <a:spcBef>
                <a:spcPts val="3100"/>
              </a:spcBef>
              <a:spcAft>
                <a:spcPts val="0"/>
              </a:spcAft>
              <a:buClr>
                <a:schemeClr val="dk1"/>
              </a:buClr>
              <a:buSzPct val="25000"/>
              <a:buFont typeface="Arial"/>
              <a:buNone/>
            </a:pPr>
            <a:r>
              <a:rPr b="0" i="0" lang="en-US" sz="2800" u="none" cap="none" strike="noStrike">
                <a:solidFill>
                  <a:srgbClr val="FF9900"/>
                </a:solidFill>
                <a:latin typeface="Average"/>
                <a:ea typeface="Average"/>
                <a:cs typeface="Average"/>
                <a:sym typeface="Average"/>
              </a:rPr>
              <a:t>Secretary</a:t>
            </a:r>
            <a:r>
              <a:rPr b="0" i="0" lang="en-US" sz="2800" u="none" cap="none" strike="noStrike">
                <a:solidFill>
                  <a:schemeClr val="dk1"/>
                </a:solidFill>
                <a:latin typeface="Average"/>
                <a:ea typeface="Average"/>
                <a:cs typeface="Average"/>
                <a:sym typeface="Average"/>
              </a:rPr>
              <a:t> Kevin Quintero</a:t>
            </a:r>
          </a:p>
          <a:p>
            <a:pPr indent="0" lvl="0" marL="177800" marR="0" rtl="0" algn="l">
              <a:lnSpc>
                <a:spcPct val="90000"/>
              </a:lnSpc>
              <a:spcBef>
                <a:spcPts val="3100"/>
              </a:spcBef>
              <a:spcAft>
                <a:spcPts val="0"/>
              </a:spcAft>
              <a:buClr>
                <a:schemeClr val="dk1"/>
              </a:buClr>
              <a:buSzPct val="25000"/>
              <a:buFont typeface="Arial"/>
              <a:buNone/>
            </a:pPr>
            <a:r>
              <a:rPr b="0" i="0" lang="en-US" sz="2800" u="none" cap="none" strike="noStrike">
                <a:solidFill>
                  <a:srgbClr val="FF9900"/>
                </a:solidFill>
                <a:latin typeface="Average"/>
                <a:ea typeface="Average"/>
                <a:cs typeface="Average"/>
                <a:sym typeface="Average"/>
              </a:rPr>
              <a:t>SQA</a:t>
            </a:r>
            <a:r>
              <a:rPr b="0" i="0" lang="en-US" sz="2800" u="none" cap="none" strike="noStrike">
                <a:solidFill>
                  <a:schemeClr val="dk1"/>
                </a:solidFill>
                <a:latin typeface="Average"/>
                <a:ea typeface="Average"/>
                <a:cs typeface="Average"/>
                <a:sym typeface="Average"/>
              </a:rPr>
              <a:t> Stephen Gilbert</a:t>
            </a:r>
          </a:p>
          <a:p>
            <a:pPr indent="0" lvl="0" marL="177800" marR="0" rtl="0" algn="l">
              <a:lnSpc>
                <a:spcPct val="90000"/>
              </a:lnSpc>
              <a:spcBef>
                <a:spcPts val="3100"/>
              </a:spcBef>
              <a:spcAft>
                <a:spcPts val="0"/>
              </a:spcAft>
              <a:buClr>
                <a:schemeClr val="dk1"/>
              </a:buClr>
              <a:buSzPct val="25000"/>
              <a:buFont typeface="Arial"/>
              <a:buNone/>
            </a:pPr>
            <a:r>
              <a:rPr b="0" i="0" lang="en-US" sz="2800" u="none" cap="none" strike="noStrike">
                <a:solidFill>
                  <a:srgbClr val="FF9900"/>
                </a:solidFill>
                <a:latin typeface="Average"/>
                <a:ea typeface="Average"/>
                <a:cs typeface="Average"/>
                <a:sym typeface="Average"/>
              </a:rPr>
              <a:t>SQA</a:t>
            </a:r>
            <a:r>
              <a:rPr b="0" i="0" lang="en-US" sz="2800" u="none" cap="none" strike="noStrike">
                <a:solidFill>
                  <a:schemeClr val="dk1"/>
                </a:solidFill>
                <a:latin typeface="Average"/>
                <a:ea typeface="Average"/>
                <a:cs typeface="Average"/>
                <a:sym typeface="Average"/>
              </a:rPr>
              <a:t> Zachariah Dohogne</a:t>
            </a:r>
          </a:p>
          <a:p>
            <a:pPr indent="0" lvl="0" marL="177800" marR="0" rtl="0" algn="l">
              <a:lnSpc>
                <a:spcPct val="90000"/>
              </a:lnSpc>
              <a:spcBef>
                <a:spcPts val="3100"/>
              </a:spcBef>
              <a:spcAft>
                <a:spcPts val="0"/>
              </a:spcAft>
              <a:buClr>
                <a:schemeClr val="dk1"/>
              </a:buClr>
              <a:buSzPct val="25000"/>
              <a:buFont typeface="Arial"/>
              <a:buNone/>
            </a:pPr>
            <a:r>
              <a:rPr b="0" i="0" lang="en-US" sz="2800" u="none" cap="none" strike="noStrike">
                <a:solidFill>
                  <a:srgbClr val="FF9900"/>
                </a:solidFill>
                <a:latin typeface="Average"/>
                <a:ea typeface="Average"/>
                <a:cs typeface="Average"/>
                <a:sym typeface="Average"/>
              </a:rPr>
              <a:t>SQA</a:t>
            </a:r>
            <a:r>
              <a:rPr b="0" i="0" lang="en-US" sz="2800" u="none" cap="none" strike="noStrike">
                <a:solidFill>
                  <a:schemeClr val="dk1"/>
                </a:solidFill>
                <a:latin typeface="Average"/>
                <a:ea typeface="Average"/>
                <a:cs typeface="Average"/>
                <a:sym typeface="Average"/>
              </a:rPr>
              <a:t> Brent Williams</a:t>
            </a:r>
          </a:p>
          <a:p>
            <a:pPr indent="-50800" lvl="0" marL="228600" marR="0" rtl="0" algn="l">
              <a:lnSpc>
                <a:spcPct val="90000"/>
              </a:lnSpc>
              <a:spcBef>
                <a:spcPts val="3100"/>
              </a:spcBef>
              <a:spcAft>
                <a:spcPts val="0"/>
              </a:spcAft>
              <a:buClr>
                <a:schemeClr val="dk1"/>
              </a:buClr>
              <a:buSzPct val="100000"/>
              <a:buFont typeface="Arial"/>
              <a:buNone/>
            </a:pPr>
            <a:r>
              <a:t/>
            </a:r>
            <a:endParaRPr b="0" i="0" sz="2800" u="none" cap="none" strike="noStrike">
              <a:solidFill>
                <a:schemeClr val="dk1"/>
              </a:solidFill>
              <a:latin typeface="Average"/>
              <a:ea typeface="Average"/>
              <a:cs typeface="Average"/>
              <a:sym typeface="Averag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87" name="Shape 187"/>
        <p:cNvGrpSpPr/>
        <p:nvPr/>
      </p:nvGrpSpPr>
      <p:grpSpPr>
        <a:xfrm>
          <a:off x="0" y="0"/>
          <a:ext cx="0" cy="0"/>
          <a:chOff x="0" y="0"/>
          <a:chExt cx="0" cy="0"/>
        </a:xfrm>
      </p:grpSpPr>
      <p:sp>
        <p:nvSpPr>
          <p:cNvPr id="188" name="Shape 188"/>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Average"/>
                <a:ea typeface="Average"/>
                <a:cs typeface="Average"/>
                <a:sym typeface="Average"/>
              </a:rPr>
              <a:t>Estimation Progress</a:t>
            </a:r>
          </a:p>
        </p:txBody>
      </p:sp>
      <p:graphicFrame>
        <p:nvGraphicFramePr>
          <p:cNvPr id="189" name="Shape 189"/>
          <p:cNvGraphicFramePr/>
          <p:nvPr/>
        </p:nvGraphicFramePr>
        <p:xfrm>
          <a:off x="698500" y="1437357"/>
          <a:ext cx="3000000" cy="3000000"/>
        </p:xfrm>
        <a:graphic>
          <a:graphicData uri="http://schemas.openxmlformats.org/drawingml/2006/table">
            <a:tbl>
              <a:tblPr>
                <a:noFill/>
                <a:tableStyleId>{FB218869-30E4-4DA2-808A-1412484BCFEF}</a:tableStyleId>
              </a:tblPr>
              <a:tblGrid>
                <a:gridCol w="1863225"/>
                <a:gridCol w="1104450"/>
                <a:gridCol w="640750"/>
                <a:gridCol w="1382675"/>
              </a:tblGrid>
              <a:tr h="564250">
                <a:tc>
                  <a:txBody>
                    <a:bodyPr>
                      <a:noAutofit/>
                    </a:bodyPr>
                    <a:lstStyle/>
                    <a:p>
                      <a:pPr indent="0" lvl="0" marL="0" marR="0" rtl="0" algn="l">
                        <a:lnSpc>
                          <a:spcPct val="100000"/>
                        </a:lnSpc>
                        <a:spcBef>
                          <a:spcPts val="0"/>
                        </a:spcBef>
                        <a:spcAft>
                          <a:spcPts val="0"/>
                        </a:spcAft>
                        <a:buClr>
                          <a:srgbClr val="4A86E8"/>
                        </a:buClr>
                        <a:buSzPct val="25000"/>
                        <a:buFont typeface="Times New Roman"/>
                        <a:buNone/>
                      </a:pPr>
                      <a:r>
                        <a:rPr b="1" i="0" lang="en-US" sz="1400" u="none" cap="none" strike="noStrike">
                          <a:solidFill>
                            <a:srgbClr val="4A86E8"/>
                          </a:solidFill>
                          <a:latin typeface="Times New Roman"/>
                          <a:ea typeface="Times New Roman"/>
                          <a:cs typeface="Times New Roman"/>
                          <a:sym typeface="Times New Roman"/>
                        </a:rPr>
                        <a:t>Major Deliverable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rgbClr val="4A86E8"/>
                        </a:buClr>
                        <a:buSzPct val="25000"/>
                        <a:buFont typeface="Times New Roman"/>
                        <a:buNone/>
                      </a:pPr>
                      <a:r>
                        <a:rPr b="1" i="0" lang="en-US" sz="1400" u="none" cap="none" strike="noStrike">
                          <a:solidFill>
                            <a:srgbClr val="4A86E8"/>
                          </a:solidFill>
                          <a:latin typeface="Times New Roman"/>
                          <a:ea typeface="Times New Roman"/>
                          <a:cs typeface="Times New Roman"/>
                          <a:sym typeface="Times New Roman"/>
                        </a:rPr>
                        <a:t>Planned Delivery Date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rgbClr val="4A86E8"/>
                        </a:buClr>
                        <a:buSzPct val="25000"/>
                        <a:buFont typeface="Times New Roman"/>
                        <a:buNone/>
                      </a:pPr>
                      <a:r>
                        <a:rPr b="1" i="0" lang="en-US" sz="1400" u="none" cap="none" strike="noStrike">
                          <a:solidFill>
                            <a:srgbClr val="4A86E8"/>
                          </a:solidFill>
                          <a:latin typeface="Times New Roman"/>
                          <a:ea typeface="Times New Roman"/>
                          <a:cs typeface="Times New Roman"/>
                          <a:sym typeface="Times New Roman"/>
                        </a:rPr>
                        <a:t>Author</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rgbClr val="4A86E8"/>
                        </a:buClr>
                        <a:buSzPct val="25000"/>
                        <a:buFont typeface="Times New Roman"/>
                        <a:buNone/>
                      </a:pPr>
                      <a:r>
                        <a:rPr b="1" i="0" lang="en-US" sz="1400" u="none" cap="none" strike="noStrike">
                          <a:solidFill>
                            <a:srgbClr val="4A86E8"/>
                          </a:solidFill>
                          <a:latin typeface="Times New Roman"/>
                          <a:ea typeface="Times New Roman"/>
                          <a:cs typeface="Times New Roman"/>
                          <a:sym typeface="Times New Roman"/>
                        </a:rPr>
                        <a:t>Delivery Mechanism</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33190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Team Formation</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08-29-2016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Jomar</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6425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Preliminary Requirements</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10-02-2016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6425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Preliminary Product Specification</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10-02-2016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6425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Preliminary Software Project Management Plan </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10-02-2016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6425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Complete Requirements</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11-06-2016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6425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Complete Product Specification</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11-06-2016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6425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Complete Software Project Management Plan</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11-06-2016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6425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Preliminary Detail Design</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11-06-2016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bl>
          </a:graphicData>
        </a:graphic>
      </p:graphicFrame>
      <p:sp>
        <p:nvSpPr>
          <p:cNvPr id="190" name="Shape 190"/>
          <p:cNvSpPr txBox="1"/>
          <p:nvPr>
            <p:ph idx="1" type="body"/>
          </p:nvPr>
        </p:nvSpPr>
        <p:spPr>
          <a:xfrm>
            <a:off x="838200" y="1825625"/>
            <a:ext cx="10515599" cy="4351199"/>
          </a:xfrm>
          <a:prstGeom prst="rect">
            <a:avLst/>
          </a:prstGeom>
          <a:noFill/>
          <a:ln>
            <a:noFill/>
          </a:ln>
        </p:spPr>
        <p:txBody>
          <a:bodyPr anchorCtr="0" anchor="ctr" bIns="0" lIns="91425" rIns="91425" tIns="0">
            <a:noAutofit/>
          </a:bodyPr>
          <a:lstStyle/>
          <a:p>
            <a:pPr indent="0" lvl="0" marL="0" marR="0" rtl="0" algn="l">
              <a:lnSpc>
                <a:spcPct val="100000"/>
              </a:lnSpc>
              <a:spcBef>
                <a:spcPts val="0"/>
              </a:spcBef>
              <a:spcAft>
                <a:spcPts val="0"/>
              </a:spcAft>
              <a:buClr>
                <a:schemeClr val="dk1"/>
              </a:buClr>
              <a:buSzPct val="250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ct val="25000"/>
              <a:buFont typeface="Arial"/>
              <a:buNone/>
            </a:pPr>
            <a:r>
              <a:t/>
            </a:r>
            <a:endParaRPr b="0" i="0" sz="1800" u="none" cap="none" strike="noStrike">
              <a:solidFill>
                <a:schemeClr val="dk1"/>
              </a:solidFill>
              <a:latin typeface="Arial"/>
              <a:ea typeface="Arial"/>
              <a:cs typeface="Arial"/>
              <a:sym typeface="Arial"/>
            </a:endParaRPr>
          </a:p>
        </p:txBody>
      </p:sp>
      <p:graphicFrame>
        <p:nvGraphicFramePr>
          <p:cNvPr id="191" name="Shape 191"/>
          <p:cNvGraphicFramePr/>
          <p:nvPr/>
        </p:nvGraphicFramePr>
        <p:xfrm>
          <a:off x="5940425" y="1428748"/>
          <a:ext cx="3000000" cy="3000000"/>
        </p:xfrm>
        <a:graphic>
          <a:graphicData uri="http://schemas.openxmlformats.org/drawingml/2006/table">
            <a:tbl>
              <a:tblPr>
                <a:noFill/>
                <a:tableStyleId>{FB218869-30E4-4DA2-808A-1412484BCFEF}</a:tableStyleId>
              </a:tblPr>
              <a:tblGrid>
                <a:gridCol w="2141775"/>
                <a:gridCol w="1269550"/>
                <a:gridCol w="736525"/>
                <a:gridCol w="1589375"/>
              </a:tblGrid>
              <a:tr h="547875">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Preliminary Test Plan</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11-06-2016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47875">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Tic Tac Toe Prototype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11-01-2016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In Class</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47875">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Product Demo Presentation</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11-01-2016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In Class</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47875">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Complete Detail Design</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12-04-2016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47875">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Complete Test Plan</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12-04-2016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47875">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Tic Tac Toe Source Code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12-04-2016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47875">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Testing Records</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12-04-2016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Blackboard</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47875">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Complete Product Presentation</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11-29-2016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In Class</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547875">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400" u="none" cap="none" strike="noStrike">
                          <a:solidFill>
                            <a:srgbClr val="FF9900"/>
                          </a:solidFill>
                          <a:latin typeface="Times New Roman"/>
                          <a:ea typeface="Times New Roman"/>
                          <a:cs typeface="Times New Roman"/>
                          <a:sym typeface="Times New Roman"/>
                        </a:rPr>
                        <a:t>Tic Tac Toe Competition</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12-06-2016</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Shallow Blue</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400" u="none" cap="none" strike="noStrike">
                          <a:solidFill>
                            <a:schemeClr val="dk1"/>
                          </a:solidFill>
                          <a:latin typeface="Times New Roman"/>
                          <a:ea typeface="Times New Roman"/>
                          <a:cs typeface="Times New Roman"/>
                          <a:sym typeface="Times New Roman"/>
                        </a:rPr>
                        <a:t>In Class</a:t>
                      </a:r>
                    </a:p>
                  </a:txBody>
                  <a:tcPr marT="22850" marB="22850" marR="33325" marL="33325">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95" name="Shape 195"/>
        <p:cNvGrpSpPr/>
        <p:nvPr/>
      </p:nvGrpSpPr>
      <p:grpSpPr>
        <a:xfrm>
          <a:off x="0" y="0"/>
          <a:ext cx="0" cy="0"/>
          <a:chOff x="0" y="0"/>
          <a:chExt cx="0" cy="0"/>
        </a:xfrm>
      </p:grpSpPr>
      <p:sp>
        <p:nvSpPr>
          <p:cNvPr id="196" name="Shape 196"/>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Average"/>
                <a:ea typeface="Average"/>
                <a:cs typeface="Average"/>
                <a:sym typeface="Average"/>
              </a:rPr>
              <a:t>Milestones</a:t>
            </a:r>
          </a:p>
        </p:txBody>
      </p:sp>
      <p:sp>
        <p:nvSpPr>
          <p:cNvPr id="197" name="Shape 197"/>
          <p:cNvSpPr txBox="1"/>
          <p:nvPr>
            <p:ph idx="1" type="body"/>
          </p:nvPr>
        </p:nvSpPr>
        <p:spPr>
          <a:xfrm>
            <a:off x="838200" y="1541175"/>
            <a:ext cx="5289300" cy="5095800"/>
          </a:xfrm>
          <a:prstGeom prst="rect">
            <a:avLst/>
          </a:prstGeom>
          <a:noFill/>
          <a:ln>
            <a:noFill/>
          </a:ln>
        </p:spPr>
        <p:txBody>
          <a:bodyPr anchorCtr="0" anchor="t" bIns="121900" lIns="121900" rIns="121900" tIns="121900">
            <a:noAutofit/>
          </a:bodyPr>
          <a:lstStyle/>
          <a:p>
            <a:pPr indent="0" lvl="0" marL="177800" marR="0" rtl="0" algn="l">
              <a:lnSpc>
                <a:spcPct val="100000"/>
              </a:lnSpc>
              <a:spcBef>
                <a:spcPts val="0"/>
              </a:spcBef>
              <a:spcAft>
                <a:spcPts val="0"/>
              </a:spcAft>
              <a:buClr>
                <a:schemeClr val="dk1"/>
              </a:buClr>
              <a:buSzPct val="25000"/>
              <a:buFont typeface="Arial"/>
              <a:buNone/>
            </a:pPr>
            <a:r>
              <a:rPr b="0" i="0" lang="en-US" sz="2000" u="none" cap="none" strike="noStrike">
                <a:solidFill>
                  <a:srgbClr val="FF9900"/>
                </a:solidFill>
                <a:latin typeface="Average"/>
                <a:ea typeface="Average"/>
                <a:cs typeface="Average"/>
                <a:sym typeface="Average"/>
              </a:rPr>
              <a:t>Sunday, Oct. 2</a:t>
            </a:r>
          </a:p>
          <a:p>
            <a:pPr indent="-50800" lvl="0" marL="228600" marR="0" rtl="0" algn="l">
              <a:lnSpc>
                <a:spcPct val="100000"/>
              </a:lnSpc>
              <a:spcBef>
                <a:spcPts val="600"/>
              </a:spcBef>
              <a:spcAft>
                <a:spcPts val="0"/>
              </a:spcAft>
              <a:buClr>
                <a:schemeClr val="dk1"/>
              </a:buClr>
              <a:buSzPct val="100000"/>
              <a:buFont typeface="Arial"/>
              <a:buChar char="•"/>
            </a:pPr>
            <a:r>
              <a:rPr b="0" i="0" lang="en-US" sz="1800" u="none" cap="none" strike="noStrike">
                <a:solidFill>
                  <a:schemeClr val="dk1"/>
                </a:solidFill>
                <a:latin typeface="Average"/>
                <a:ea typeface="Average"/>
                <a:cs typeface="Average"/>
                <a:sym typeface="Average"/>
              </a:rPr>
              <a:t>Preliminary Requirements with uses cases and non-functional requirements</a:t>
            </a:r>
          </a:p>
          <a:p>
            <a:pPr indent="-50800" lvl="0" marL="228600" marR="0" rtl="0" algn="l">
              <a:lnSpc>
                <a:spcPct val="100000"/>
              </a:lnSpc>
              <a:spcBef>
                <a:spcPts val="600"/>
              </a:spcBef>
              <a:spcAft>
                <a:spcPts val="0"/>
              </a:spcAft>
              <a:buClr>
                <a:schemeClr val="dk1"/>
              </a:buClr>
              <a:buSzPct val="100000"/>
              <a:buFont typeface="Arial"/>
              <a:buChar char="•"/>
            </a:pPr>
            <a:r>
              <a:rPr b="0" i="0" lang="en-US" sz="1800" u="none" cap="none" strike="noStrike">
                <a:solidFill>
                  <a:schemeClr val="dk1"/>
                </a:solidFill>
                <a:latin typeface="Average"/>
                <a:ea typeface="Average"/>
                <a:cs typeface="Average"/>
                <a:sym typeface="Average"/>
              </a:rPr>
              <a:t>Preliminary Product Specifications with    scenarios, class diagrams, and sequence diagrams, </a:t>
            </a:r>
          </a:p>
          <a:p>
            <a:pPr indent="-50800" lvl="0" marL="228600" marR="0" rtl="0" algn="l">
              <a:lnSpc>
                <a:spcPct val="100000"/>
              </a:lnSpc>
              <a:spcBef>
                <a:spcPts val="600"/>
              </a:spcBef>
              <a:spcAft>
                <a:spcPts val="0"/>
              </a:spcAft>
              <a:buClr>
                <a:schemeClr val="dk1"/>
              </a:buClr>
              <a:buSzPct val="100000"/>
              <a:buFont typeface="Arial"/>
              <a:buChar char="•"/>
            </a:pPr>
            <a:r>
              <a:rPr b="0" i="0" lang="en-US" sz="1800" u="none" cap="none" strike="noStrike">
                <a:solidFill>
                  <a:schemeClr val="dk1"/>
                </a:solidFill>
                <a:latin typeface="Average"/>
                <a:ea typeface="Average"/>
                <a:cs typeface="Average"/>
                <a:sym typeface="Average"/>
              </a:rPr>
              <a:t>Preliminary Project Management Plan.</a:t>
            </a:r>
          </a:p>
          <a:p>
            <a:pPr indent="0" lvl="0" marL="0" marR="0" rtl="0" algn="l">
              <a:lnSpc>
                <a:spcPct val="100000"/>
              </a:lnSpc>
              <a:spcBef>
                <a:spcPts val="600"/>
              </a:spcBef>
              <a:spcAft>
                <a:spcPts val="0"/>
              </a:spcAft>
              <a:buNone/>
            </a:pPr>
            <a:r>
              <a:t/>
            </a:r>
            <a:endParaRPr sz="1800">
              <a:latin typeface="Average"/>
              <a:ea typeface="Average"/>
              <a:cs typeface="Average"/>
              <a:sym typeface="Average"/>
            </a:endParaRPr>
          </a:p>
          <a:p>
            <a:pPr indent="0" lvl="0" marL="177800" marR="0" rtl="0" algn="l">
              <a:lnSpc>
                <a:spcPct val="100000"/>
              </a:lnSpc>
              <a:spcBef>
                <a:spcPts val="600"/>
              </a:spcBef>
              <a:spcAft>
                <a:spcPts val="0"/>
              </a:spcAft>
              <a:buClr>
                <a:schemeClr val="dk1"/>
              </a:buClr>
              <a:buSzPct val="25000"/>
              <a:buFont typeface="Arial"/>
              <a:buNone/>
            </a:pPr>
            <a:r>
              <a:rPr b="0" i="0" lang="en-US" sz="2000" u="none" cap="none" strike="noStrike">
                <a:solidFill>
                  <a:srgbClr val="FF9900"/>
                </a:solidFill>
                <a:latin typeface="Average"/>
                <a:ea typeface="Average"/>
                <a:cs typeface="Average"/>
                <a:sym typeface="Average"/>
              </a:rPr>
              <a:t>Tuesday, Oct. 9 </a:t>
            </a:r>
          </a:p>
          <a:p>
            <a:pPr indent="-50800" lvl="0" marL="228600" marR="0" rtl="0" algn="l">
              <a:lnSpc>
                <a:spcPct val="100000"/>
              </a:lnSpc>
              <a:spcBef>
                <a:spcPts val="600"/>
              </a:spcBef>
              <a:spcAft>
                <a:spcPts val="0"/>
              </a:spcAft>
              <a:buClr>
                <a:schemeClr val="dk1"/>
              </a:buClr>
              <a:buSzPct val="100000"/>
              <a:buFont typeface="Arial"/>
              <a:buChar char="•"/>
            </a:pPr>
            <a:r>
              <a:rPr b="0" i="0" lang="en-US" sz="1800" u="none" cap="none" strike="noStrike">
                <a:solidFill>
                  <a:schemeClr val="dk1"/>
                </a:solidFill>
                <a:latin typeface="Average"/>
                <a:ea typeface="Average"/>
                <a:cs typeface="Average"/>
                <a:sym typeface="Average"/>
              </a:rPr>
              <a:t>Prototype </a:t>
            </a:r>
          </a:p>
        </p:txBody>
      </p:sp>
      <p:sp>
        <p:nvSpPr>
          <p:cNvPr id="198" name="Shape 198"/>
          <p:cNvSpPr txBox="1"/>
          <p:nvPr/>
        </p:nvSpPr>
        <p:spPr>
          <a:xfrm>
            <a:off x="6294981" y="1305325"/>
            <a:ext cx="4887000" cy="3000000"/>
          </a:xfrm>
          <a:prstGeom prst="rect">
            <a:avLst/>
          </a:prstGeom>
          <a:noFill/>
          <a:ln>
            <a:noFill/>
          </a:ln>
        </p:spPr>
        <p:txBody>
          <a:bodyPr anchorCtr="0" anchor="ctr" bIns="91425" lIns="91425" rIns="91425" tIns="91425">
            <a:noAutofit/>
          </a:bodyPr>
          <a:lstStyle/>
          <a:p>
            <a:pPr indent="0" lvl="0" marL="177800" rtl="0">
              <a:spcBef>
                <a:spcPts val="600"/>
              </a:spcBef>
              <a:buNone/>
            </a:pPr>
            <a:r>
              <a:rPr lang="en-US" sz="2000">
                <a:solidFill>
                  <a:srgbClr val="FF9900"/>
                </a:solidFill>
                <a:latin typeface="Average"/>
                <a:ea typeface="Average"/>
                <a:cs typeface="Average"/>
                <a:sym typeface="Average"/>
              </a:rPr>
              <a:t>Tuesday, Nov. 1</a:t>
            </a:r>
          </a:p>
          <a:p>
            <a:pPr indent="-50800" lvl="0" marL="228600" rtl="0">
              <a:spcBef>
                <a:spcPts val="600"/>
              </a:spcBef>
              <a:buClr>
                <a:schemeClr val="dk1"/>
              </a:buClr>
              <a:buSzPct val="100000"/>
              <a:buChar char="•"/>
            </a:pPr>
            <a:r>
              <a:rPr lang="en-US" sz="1800">
                <a:solidFill>
                  <a:schemeClr val="dk1"/>
                </a:solidFill>
                <a:latin typeface="Average"/>
                <a:ea typeface="Average"/>
                <a:cs typeface="Average"/>
                <a:sym typeface="Average"/>
              </a:rPr>
              <a:t>Complete requirement</a:t>
            </a:r>
          </a:p>
          <a:p>
            <a:pPr indent="-50800" lvl="0" marL="228600" rtl="0">
              <a:spcBef>
                <a:spcPts val="600"/>
              </a:spcBef>
              <a:buClr>
                <a:schemeClr val="dk1"/>
              </a:buClr>
              <a:buSzPct val="100000"/>
              <a:buChar char="•"/>
            </a:pPr>
            <a:r>
              <a:rPr lang="en-US" sz="1800">
                <a:solidFill>
                  <a:schemeClr val="dk1"/>
                </a:solidFill>
                <a:latin typeface="Average"/>
                <a:ea typeface="Average"/>
                <a:cs typeface="Average"/>
                <a:sym typeface="Average"/>
              </a:rPr>
              <a:t>complete Product Specifications</a:t>
            </a:r>
          </a:p>
          <a:p>
            <a:pPr indent="-50800" lvl="0" marL="228600" rtl="0">
              <a:spcBef>
                <a:spcPts val="600"/>
              </a:spcBef>
              <a:buClr>
                <a:schemeClr val="dk1"/>
              </a:buClr>
              <a:buSzPct val="100000"/>
              <a:buChar char="•"/>
            </a:pPr>
            <a:r>
              <a:rPr lang="en-US" sz="1800">
                <a:solidFill>
                  <a:schemeClr val="dk1"/>
                </a:solidFill>
                <a:latin typeface="Average"/>
                <a:ea typeface="Average"/>
                <a:cs typeface="Average"/>
                <a:sym typeface="Average"/>
              </a:rPr>
              <a:t>Complete Project Management Plan</a:t>
            </a:r>
          </a:p>
          <a:p>
            <a:pPr indent="-50800" lvl="0" marL="228600" rtl="0">
              <a:spcBef>
                <a:spcPts val="600"/>
              </a:spcBef>
              <a:buClr>
                <a:schemeClr val="dk1"/>
              </a:buClr>
              <a:buSzPct val="100000"/>
              <a:buChar char="•"/>
            </a:pPr>
            <a:r>
              <a:rPr lang="en-US" sz="1800">
                <a:solidFill>
                  <a:schemeClr val="dk1"/>
                </a:solidFill>
                <a:latin typeface="Average"/>
                <a:ea typeface="Average"/>
                <a:cs typeface="Average"/>
                <a:sym typeface="Average"/>
              </a:rPr>
              <a:t>Preliminary Detail Design</a:t>
            </a:r>
          </a:p>
          <a:p>
            <a:pPr indent="-50800" lvl="0" marL="228600" rtl="0">
              <a:spcBef>
                <a:spcPts val="600"/>
              </a:spcBef>
              <a:buClr>
                <a:schemeClr val="dk1"/>
              </a:buClr>
              <a:buSzPct val="100000"/>
              <a:buChar char="•"/>
            </a:pPr>
            <a:r>
              <a:rPr lang="en-US" sz="1800">
                <a:solidFill>
                  <a:schemeClr val="dk1"/>
                </a:solidFill>
                <a:latin typeface="Average"/>
                <a:ea typeface="Average"/>
                <a:cs typeface="Average"/>
                <a:sym typeface="Average"/>
              </a:rPr>
              <a:t>Preliminary Test Plan</a:t>
            </a:r>
          </a:p>
          <a:p>
            <a:pPr indent="-50800" lvl="0" marL="228600" rtl="0">
              <a:spcBef>
                <a:spcPts val="600"/>
              </a:spcBef>
              <a:buClr>
                <a:schemeClr val="dk1"/>
              </a:buClr>
              <a:buSzPct val="100000"/>
              <a:buChar char="•"/>
            </a:pPr>
            <a:r>
              <a:rPr lang="en-US" sz="1800">
                <a:solidFill>
                  <a:schemeClr val="dk1"/>
                </a:solidFill>
                <a:latin typeface="Average"/>
                <a:ea typeface="Average"/>
                <a:cs typeface="Average"/>
                <a:sym typeface="Average"/>
              </a:rPr>
              <a:t>Presentation slides. </a:t>
            </a: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02" name="Shape 202"/>
        <p:cNvGrpSpPr/>
        <p:nvPr/>
      </p:nvGrpSpPr>
      <p:grpSpPr>
        <a:xfrm>
          <a:off x="0" y="0"/>
          <a:ext cx="0" cy="0"/>
          <a:chOff x="0" y="0"/>
          <a:chExt cx="0" cy="0"/>
        </a:xfrm>
      </p:grpSpPr>
      <p:sp>
        <p:nvSpPr>
          <p:cNvPr id="203" name="Shape 203"/>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Calibri"/>
                <a:ea typeface="Calibri"/>
                <a:cs typeface="Calibri"/>
                <a:sym typeface="Calibri"/>
              </a:rPr>
              <a:t>Risk Management </a:t>
            </a:r>
          </a:p>
        </p:txBody>
      </p:sp>
      <p:graphicFrame>
        <p:nvGraphicFramePr>
          <p:cNvPr id="204" name="Shape 204"/>
          <p:cNvGraphicFramePr/>
          <p:nvPr/>
        </p:nvGraphicFramePr>
        <p:xfrm>
          <a:off x="951136" y="1511300"/>
          <a:ext cx="3000000" cy="3000000"/>
        </p:xfrm>
        <a:graphic>
          <a:graphicData uri="http://schemas.openxmlformats.org/drawingml/2006/table">
            <a:tbl>
              <a:tblPr>
                <a:noFill/>
                <a:tableStyleId>{FB218869-30E4-4DA2-808A-1412484BCFEF}</a:tableStyleId>
              </a:tblPr>
              <a:tblGrid>
                <a:gridCol w="1564575"/>
                <a:gridCol w="1473350"/>
                <a:gridCol w="1725925"/>
              </a:tblGrid>
              <a:tr h="260700">
                <a:tc>
                  <a:txBody>
                    <a:bodyPr>
                      <a:noAutofit/>
                    </a:bodyPr>
                    <a:lstStyle/>
                    <a:p>
                      <a:pPr indent="0" lvl="0" marL="0" marR="0" rtl="0" algn="l">
                        <a:lnSpc>
                          <a:spcPct val="100000"/>
                        </a:lnSpc>
                        <a:spcBef>
                          <a:spcPts val="0"/>
                        </a:spcBef>
                        <a:spcAft>
                          <a:spcPts val="0"/>
                        </a:spcAft>
                        <a:buClr>
                          <a:srgbClr val="4A86E8"/>
                        </a:buClr>
                        <a:buSzPct val="25000"/>
                        <a:buFont typeface="Times New Roman"/>
                        <a:buNone/>
                      </a:pPr>
                      <a:r>
                        <a:rPr b="1" i="0" lang="en-US" sz="1200" u="none" cap="none" strike="noStrike">
                          <a:solidFill>
                            <a:srgbClr val="4A86E8"/>
                          </a:solidFill>
                          <a:latin typeface="Times New Roman"/>
                          <a:ea typeface="Times New Roman"/>
                          <a:cs typeface="Times New Roman"/>
                          <a:sym typeface="Times New Roman"/>
                        </a:rPr>
                        <a:t>Risk Management Activity</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rgbClr val="4A86E8"/>
                        </a:buClr>
                        <a:buSzPct val="25000"/>
                        <a:buFont typeface="Times New Roman"/>
                        <a:buNone/>
                      </a:pPr>
                      <a:r>
                        <a:rPr b="1" i="0" lang="en-US" sz="1200" u="none" cap="none" strike="noStrike">
                          <a:solidFill>
                            <a:srgbClr val="4A86E8"/>
                          </a:solidFill>
                          <a:latin typeface="Times New Roman"/>
                          <a:ea typeface="Times New Roman"/>
                          <a:cs typeface="Times New Roman"/>
                          <a:sym typeface="Times New Roman"/>
                        </a:rPr>
                        <a:t>Performed By Whom</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rgbClr val="4A86E8"/>
                        </a:buClr>
                        <a:buSzPct val="25000"/>
                        <a:buFont typeface="Times New Roman"/>
                        <a:buNone/>
                      </a:pPr>
                      <a:r>
                        <a:rPr b="1" i="0" lang="en-US" sz="1200" u="none" cap="none" strike="noStrike">
                          <a:solidFill>
                            <a:srgbClr val="4A86E8"/>
                          </a:solidFill>
                          <a:latin typeface="Times New Roman"/>
                          <a:ea typeface="Times New Roman"/>
                          <a:cs typeface="Times New Roman"/>
                          <a:sym typeface="Times New Roman"/>
                        </a:rPr>
                        <a:t>Comments</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26070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200" u="none" cap="none" strike="noStrike">
                          <a:solidFill>
                            <a:srgbClr val="FF9900"/>
                          </a:solidFill>
                          <a:latin typeface="Times New Roman"/>
                          <a:ea typeface="Times New Roman"/>
                          <a:cs typeface="Times New Roman"/>
                          <a:sym typeface="Times New Roman"/>
                        </a:rPr>
                        <a:t>Member Leaves</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Team Lead </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Duties are divided among capable team members</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36805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200" u="none" cap="none" strike="noStrike">
                          <a:solidFill>
                            <a:srgbClr val="FF9900"/>
                          </a:solidFill>
                          <a:latin typeface="Times New Roman"/>
                          <a:ea typeface="Times New Roman"/>
                          <a:cs typeface="Times New Roman"/>
                          <a:sym typeface="Times New Roman"/>
                        </a:rPr>
                        <a:t>Data &amp; Documents Loss</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Everyone</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Is preventable with Cloud management. (Google Docs &amp; Github)</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47540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200" u="none" cap="none" strike="noStrike">
                          <a:solidFill>
                            <a:srgbClr val="FF9900"/>
                          </a:solidFill>
                          <a:latin typeface="Times New Roman"/>
                          <a:ea typeface="Times New Roman"/>
                          <a:cs typeface="Times New Roman"/>
                          <a:sym typeface="Times New Roman"/>
                        </a:rPr>
                        <a:t>Failed Customer Requirements </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Team Lead</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Assures consistent scheduling with customer to assure accuracy and coordination with team afterwards.</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133415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200" u="none" cap="none" strike="noStrike">
                          <a:solidFill>
                            <a:srgbClr val="FF9900"/>
                          </a:solidFill>
                          <a:latin typeface="Times New Roman"/>
                          <a:ea typeface="Times New Roman"/>
                          <a:cs typeface="Times New Roman"/>
                          <a:sym typeface="Times New Roman"/>
                        </a:rPr>
                        <a:t>Team Member Abandons Duties</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Everyone</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Duties are divided among capable. Team Lead Coordination -&gt; Lead SQA</a:t>
                      </a:r>
                    </a:p>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Team Lead Documentation -&gt; Secretary  </a:t>
                      </a:r>
                    </a:p>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Secretary -&gt; All Duties fall to Team Lead or is divided with Lead SQA</a:t>
                      </a:r>
                    </a:p>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SQAs -&gt; All responsible duties are covered with other SQAs and other duties are rearranged appropriately. </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bl>
          </a:graphicData>
        </a:graphic>
      </p:graphicFrame>
      <p:sp>
        <p:nvSpPr>
          <p:cNvPr id="205" name="Shape 205"/>
          <p:cNvSpPr/>
          <p:nvPr/>
        </p:nvSpPr>
        <p:spPr>
          <a:xfrm>
            <a:off x="4468812" y="1536700"/>
            <a:ext cx="12192000" cy="457200"/>
          </a:xfrm>
          <a:prstGeom prst="rect">
            <a:avLst/>
          </a:prstGeom>
          <a:noFill/>
          <a:ln>
            <a:noFill/>
          </a:ln>
        </p:spPr>
        <p:txBody>
          <a:bodyPr anchorCtr="0" anchor="ctr" bIns="0" lIns="91425" rIns="91425" tIns="0">
            <a:noAutofit/>
          </a:bodyPr>
          <a:lstStyle/>
          <a:p>
            <a:pPr indent="0" lvl="0" marL="0" marR="0" rtl="0" algn="l">
              <a:lnSpc>
                <a:spcPct val="100000"/>
              </a:lnSpc>
              <a:spcBef>
                <a:spcPts val="0"/>
              </a:spcBef>
              <a:spcAft>
                <a:spcPts val="0"/>
              </a:spcAft>
              <a:buClr>
                <a:srgbClr val="000000"/>
              </a:buClr>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Font typeface="Arial"/>
              <a:buNone/>
            </a:pPr>
            <a:r>
              <a:t/>
            </a:r>
            <a:endParaRPr b="0" i="0" sz="1800" u="none" cap="none" strike="noStrike">
              <a:solidFill>
                <a:schemeClr val="dk1"/>
              </a:solidFill>
              <a:latin typeface="Arial"/>
              <a:ea typeface="Arial"/>
              <a:cs typeface="Arial"/>
              <a:sym typeface="Arial"/>
            </a:endParaRPr>
          </a:p>
        </p:txBody>
      </p:sp>
      <p:graphicFrame>
        <p:nvGraphicFramePr>
          <p:cNvPr id="206" name="Shape 206"/>
          <p:cNvGraphicFramePr/>
          <p:nvPr/>
        </p:nvGraphicFramePr>
        <p:xfrm>
          <a:off x="6019800" y="1536700"/>
          <a:ext cx="3000000" cy="3000000"/>
        </p:xfrm>
        <a:graphic>
          <a:graphicData uri="http://schemas.openxmlformats.org/drawingml/2006/table">
            <a:tbl>
              <a:tblPr>
                <a:noFill/>
                <a:tableStyleId>{FB218869-30E4-4DA2-808A-1412484BCFEF}</a:tableStyleId>
              </a:tblPr>
              <a:tblGrid>
                <a:gridCol w="1751825"/>
                <a:gridCol w="1649700"/>
                <a:gridCol w="1932500"/>
              </a:tblGrid>
              <a:tr h="47540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200" u="none" cap="none" strike="noStrike">
                          <a:solidFill>
                            <a:srgbClr val="FF9900"/>
                          </a:solidFill>
                          <a:latin typeface="Times New Roman"/>
                          <a:ea typeface="Times New Roman"/>
                          <a:cs typeface="Times New Roman"/>
                          <a:sym typeface="Times New Roman"/>
                        </a:rPr>
                        <a:t>Failure in Meeting Attendance</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Everyone</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Communication is suffice through GroupMe but if consistent absence occurs then further action is required. </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475400">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200" u="none" cap="none" strike="noStrike">
                          <a:solidFill>
                            <a:srgbClr val="FF9900"/>
                          </a:solidFill>
                          <a:latin typeface="Times New Roman"/>
                          <a:ea typeface="Times New Roman"/>
                          <a:cs typeface="Times New Roman"/>
                          <a:sym typeface="Times New Roman"/>
                        </a:rPr>
                        <a:t>Programming Language Expertise </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Everyone</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If not familiar with programming language used, review material to learn it. Ex: Codecademy, Stack Overflow. </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r h="904775">
                <a:tc>
                  <a:txBody>
                    <a:bodyPr>
                      <a:noAutofit/>
                    </a:bodyPr>
                    <a:lstStyle/>
                    <a:p>
                      <a:pPr indent="0" lvl="0" marL="0" marR="0" rtl="0" algn="l">
                        <a:lnSpc>
                          <a:spcPct val="100000"/>
                        </a:lnSpc>
                        <a:spcBef>
                          <a:spcPts val="0"/>
                        </a:spcBef>
                        <a:spcAft>
                          <a:spcPts val="0"/>
                        </a:spcAft>
                        <a:buClr>
                          <a:srgbClr val="FF9900"/>
                        </a:buClr>
                        <a:buSzPct val="25000"/>
                        <a:buFont typeface="Times New Roman"/>
                        <a:buNone/>
                      </a:pPr>
                      <a:r>
                        <a:rPr b="0" i="0" lang="en-US" sz="1200" u="none" cap="none" strike="noStrike">
                          <a:solidFill>
                            <a:srgbClr val="FF9900"/>
                          </a:solidFill>
                          <a:latin typeface="Times New Roman"/>
                          <a:ea typeface="Times New Roman"/>
                          <a:cs typeface="Times New Roman"/>
                          <a:sym typeface="Times New Roman"/>
                        </a:rPr>
                        <a:t>Understanding OOP</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Everyone</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c>
                  <a:txBody>
                    <a:bodyPr>
                      <a:noAutofit/>
                    </a:bodyPr>
                    <a:lstStyle/>
                    <a:p>
                      <a:pPr indent="0" lvl="0" marL="0" marR="0" rtl="0" algn="l">
                        <a:lnSpc>
                          <a:spcPct val="100000"/>
                        </a:lnSpc>
                        <a:spcBef>
                          <a:spcPts val="0"/>
                        </a:spcBef>
                        <a:spcAft>
                          <a:spcPts val="0"/>
                        </a:spcAft>
                        <a:buClr>
                          <a:schemeClr val="dk1"/>
                        </a:buClr>
                        <a:buSzPct val="25000"/>
                        <a:buFont typeface="Times New Roman"/>
                        <a:buNone/>
                      </a:pPr>
                      <a:r>
                        <a:rPr b="0" i="0" lang="en-US" sz="1200" u="none" cap="none" strike="noStrike">
                          <a:solidFill>
                            <a:schemeClr val="dk1"/>
                          </a:solidFill>
                          <a:latin typeface="Times New Roman"/>
                          <a:ea typeface="Times New Roman"/>
                          <a:cs typeface="Times New Roman"/>
                          <a:sym typeface="Times New Roman"/>
                        </a:rPr>
                        <a:t>OOP is essential to the product. Not understanding the fundamentals of OOP could set the team back. Reviewing Absolute Java 5th Ed. by Walter Savitch or any equivalent Java book would help alleviate this problem.</a:t>
                      </a:r>
                    </a:p>
                  </a:txBody>
                  <a:tcPr marT="23000" marB="23000" marR="33550" marL="33550">
                    <a:lnL cap="flat" cmpd="sng" w="9525">
                      <a:solidFill>
                        <a:srgbClr val="000000"/>
                      </a:solidFill>
                      <a:prstDash val="solid"/>
                      <a:round/>
                      <a:headEnd len="med" w="med" type="none"/>
                      <a:tailEnd len="med" w="med" type="none"/>
                    </a:lnL>
                    <a:lnR cap="flat" cmpd="sng" w="9525">
                      <a:solidFill>
                        <a:srgbClr val="000000"/>
                      </a:solidFill>
                      <a:prstDash val="solid"/>
                      <a:round/>
                      <a:headEnd len="med" w="med" type="none"/>
                      <a:tailEnd len="med" w="med" type="none"/>
                    </a:lnR>
                    <a:lnT cap="flat" cmpd="sng" w="9525">
                      <a:solidFill>
                        <a:srgbClr val="000000"/>
                      </a:solidFill>
                      <a:prstDash val="solid"/>
                      <a:round/>
                      <a:headEnd len="med" w="med" type="none"/>
                      <a:tailEnd len="med" w="med" type="none"/>
                    </a:lnT>
                    <a:lnB cap="flat" cmpd="sng" w="9525">
                      <a:solidFill>
                        <a:srgbClr val="000000"/>
                      </a:solidFill>
                      <a:prstDash val="solid"/>
                      <a:round/>
                      <a:headEnd len="med" w="med" type="none"/>
                      <a:tailEnd len="med" w="med"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10" name="Shape 210"/>
        <p:cNvGrpSpPr/>
        <p:nvPr/>
      </p:nvGrpSpPr>
      <p:grpSpPr>
        <a:xfrm>
          <a:off x="0" y="0"/>
          <a:ext cx="0" cy="0"/>
          <a:chOff x="0" y="0"/>
          <a:chExt cx="0" cy="0"/>
        </a:xfrm>
      </p:grpSpPr>
      <p:sp>
        <p:nvSpPr>
          <p:cNvPr id="211" name="Shape 211"/>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Calibri"/>
                <a:ea typeface="Calibri"/>
                <a:cs typeface="Calibri"/>
                <a:sym typeface="Calibri"/>
              </a:rPr>
              <a:t>Configuration</a:t>
            </a:r>
          </a:p>
        </p:txBody>
      </p:sp>
      <p:sp>
        <p:nvSpPr>
          <p:cNvPr id="212" name="Shape 212"/>
          <p:cNvSpPr txBox="1"/>
          <p:nvPr>
            <p:ph idx="1" type="body"/>
          </p:nvPr>
        </p:nvSpPr>
        <p:spPr>
          <a:xfrm>
            <a:off x="838200" y="1825625"/>
            <a:ext cx="10515599" cy="4351199"/>
          </a:xfrm>
          <a:prstGeom prst="rect">
            <a:avLst/>
          </a:prstGeom>
          <a:noFill/>
          <a:ln>
            <a:noFill/>
          </a:ln>
        </p:spPr>
        <p:txBody>
          <a:bodyPr anchorCtr="0" anchor="t" bIns="121900" lIns="121900" rIns="121900" tIns="121900">
            <a:noAutofit/>
          </a:bodyPr>
          <a:lstStyle/>
          <a:p>
            <a:pPr indent="-50800" lvl="0" marL="228600" marR="0" rtl="0" algn="l">
              <a:lnSpc>
                <a:spcPct val="90000"/>
              </a:lnSpc>
              <a:spcBef>
                <a:spcPts val="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16" name="Shape 216"/>
        <p:cNvGrpSpPr/>
        <p:nvPr/>
      </p:nvGrpSpPr>
      <p:grpSpPr>
        <a:xfrm>
          <a:off x="0" y="0"/>
          <a:ext cx="0" cy="0"/>
          <a:chOff x="0" y="0"/>
          <a:chExt cx="0" cy="0"/>
        </a:xfrm>
      </p:grpSpPr>
      <p:sp>
        <p:nvSpPr>
          <p:cNvPr id="217" name="Shape 217"/>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Calibri"/>
                <a:ea typeface="Calibri"/>
                <a:cs typeface="Calibri"/>
                <a:sym typeface="Calibri"/>
              </a:rPr>
              <a:t>Operational Control</a:t>
            </a:r>
          </a:p>
        </p:txBody>
      </p:sp>
      <p:sp>
        <p:nvSpPr>
          <p:cNvPr id="218" name="Shape 218"/>
          <p:cNvSpPr txBox="1"/>
          <p:nvPr>
            <p:ph idx="1" type="body"/>
          </p:nvPr>
        </p:nvSpPr>
        <p:spPr>
          <a:xfrm>
            <a:off x="838200" y="1825625"/>
            <a:ext cx="10515599" cy="4351199"/>
          </a:xfrm>
          <a:prstGeom prst="rect">
            <a:avLst/>
          </a:prstGeom>
          <a:noFill/>
          <a:ln>
            <a:noFill/>
          </a:ln>
        </p:spPr>
        <p:txBody>
          <a:bodyPr anchorCtr="0" anchor="t" bIns="121900" lIns="121900" rIns="121900" tIns="121900">
            <a:noAutofit/>
          </a:bodyPr>
          <a:lstStyle/>
          <a:p>
            <a:pPr indent="-50800" lvl="0" marL="228600" marR="0" rtl="0" algn="l">
              <a:lnSpc>
                <a:spcPct val="90000"/>
              </a:lnSpc>
              <a:spcBef>
                <a:spcPts val="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22" name="Shape 222"/>
        <p:cNvGrpSpPr/>
        <p:nvPr/>
      </p:nvGrpSpPr>
      <p:grpSpPr>
        <a:xfrm>
          <a:off x="0" y="0"/>
          <a:ext cx="0" cy="0"/>
          <a:chOff x="0" y="0"/>
          <a:chExt cx="0" cy="0"/>
        </a:xfrm>
      </p:grpSpPr>
      <p:sp>
        <p:nvSpPr>
          <p:cNvPr id="223" name="Shape 223"/>
          <p:cNvSpPr txBox="1"/>
          <p:nvPr>
            <p:ph type="title"/>
          </p:nvPr>
        </p:nvSpPr>
        <p:spPr>
          <a:xfrm>
            <a:off x="882300" y="3009900"/>
            <a:ext cx="10469700" cy="1041400"/>
          </a:xfrm>
          <a:prstGeom prst="rect">
            <a:avLst/>
          </a:prstGeom>
          <a:noFill/>
          <a:ln>
            <a:noFill/>
          </a:ln>
        </p:spPr>
        <p:txBody>
          <a:bodyPr anchorCtr="0" anchor="ctr" bIns="121900" lIns="121900" rIns="121900" tIns="121900">
            <a:noAutofit/>
          </a:bodyPr>
          <a:lstStyle/>
          <a:p>
            <a:pPr indent="0" lvl="0" marL="0" marR="0" rtl="0" algn="ctr">
              <a:lnSpc>
                <a:spcPct val="100000"/>
              </a:lnSpc>
              <a:spcBef>
                <a:spcPts val="0"/>
              </a:spcBef>
              <a:spcAft>
                <a:spcPts val="0"/>
              </a:spcAft>
              <a:buClr>
                <a:srgbClr val="000000"/>
              </a:buClr>
              <a:buSzPct val="25000"/>
              <a:buFont typeface="Oswald"/>
              <a:buNone/>
            </a:pPr>
            <a:r>
              <a:rPr b="1" i="0" lang="en-US" sz="4800" u="none" cap="none" strike="noStrike">
                <a:solidFill>
                  <a:schemeClr val="dk1"/>
                </a:solidFill>
                <a:latin typeface="Oswald"/>
                <a:ea typeface="Oswald"/>
                <a:cs typeface="Oswald"/>
                <a:sym typeface="Oswald"/>
              </a:rPr>
              <a:t>Preliminary </a:t>
            </a:r>
            <a:br>
              <a:rPr b="1" i="0" lang="en-US" sz="4800" u="none" cap="none" strike="noStrike">
                <a:solidFill>
                  <a:schemeClr val="dk1"/>
                </a:solidFill>
                <a:latin typeface="Oswald"/>
                <a:ea typeface="Oswald"/>
                <a:cs typeface="Oswald"/>
                <a:sym typeface="Oswald"/>
              </a:rPr>
            </a:br>
            <a:r>
              <a:rPr b="1" i="0" lang="en-US" sz="1200" u="none" cap="none" strike="sngStrike">
                <a:solidFill>
                  <a:srgbClr val="FF9900"/>
                </a:solidFill>
                <a:latin typeface="Average"/>
                <a:ea typeface="Average"/>
                <a:cs typeface="Average"/>
                <a:sym typeface="Average"/>
              </a:rPr>
              <a:t>x x x x</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27" name="Shape 227"/>
        <p:cNvGrpSpPr/>
        <p:nvPr/>
      </p:nvGrpSpPr>
      <p:grpSpPr>
        <a:xfrm>
          <a:off x="0" y="0"/>
          <a:ext cx="0" cy="0"/>
          <a:chOff x="0" y="0"/>
          <a:chExt cx="0" cy="0"/>
        </a:xfrm>
      </p:grpSpPr>
      <p:sp>
        <p:nvSpPr>
          <p:cNvPr id="228" name="Shape 228"/>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Calibri"/>
                <a:ea typeface="Calibri"/>
                <a:cs typeface="Calibri"/>
                <a:sym typeface="Calibri"/>
              </a:rPr>
              <a:t>Algo*</a:t>
            </a:r>
          </a:p>
        </p:txBody>
      </p:sp>
      <p:sp>
        <p:nvSpPr>
          <p:cNvPr id="229" name="Shape 229"/>
          <p:cNvSpPr txBox="1"/>
          <p:nvPr>
            <p:ph idx="1" type="body"/>
          </p:nvPr>
        </p:nvSpPr>
        <p:spPr>
          <a:xfrm>
            <a:off x="838200" y="1825625"/>
            <a:ext cx="10515599" cy="4351199"/>
          </a:xfrm>
          <a:prstGeom prst="rect">
            <a:avLst/>
          </a:prstGeom>
          <a:noFill/>
          <a:ln>
            <a:noFill/>
          </a:ln>
        </p:spPr>
        <p:txBody>
          <a:bodyPr anchorCtr="0" anchor="t" bIns="121900" lIns="121900" rIns="121900" tIns="121900">
            <a:noAutofit/>
          </a:bodyPr>
          <a:lstStyle/>
          <a:p>
            <a:pPr indent="-50800" lvl="0" marL="228600" marR="0" rtl="0" algn="l">
              <a:lnSpc>
                <a:spcPct val="90000"/>
              </a:lnSpc>
              <a:spcBef>
                <a:spcPts val="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33" name="Shape 233"/>
        <p:cNvGrpSpPr/>
        <p:nvPr/>
      </p:nvGrpSpPr>
      <p:grpSpPr>
        <a:xfrm>
          <a:off x="0" y="0"/>
          <a:ext cx="0" cy="0"/>
          <a:chOff x="0" y="0"/>
          <a:chExt cx="0" cy="0"/>
        </a:xfrm>
      </p:grpSpPr>
      <p:sp>
        <p:nvSpPr>
          <p:cNvPr id="234" name="Shape 234"/>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Calibri"/>
                <a:ea typeface="Calibri"/>
                <a:cs typeface="Calibri"/>
                <a:sym typeface="Calibri"/>
              </a:rPr>
              <a:t>Data format</a:t>
            </a:r>
          </a:p>
        </p:txBody>
      </p:sp>
      <p:sp>
        <p:nvSpPr>
          <p:cNvPr id="235" name="Shape 235"/>
          <p:cNvSpPr txBox="1"/>
          <p:nvPr>
            <p:ph idx="1" type="body"/>
          </p:nvPr>
        </p:nvSpPr>
        <p:spPr>
          <a:xfrm>
            <a:off x="838200" y="1825625"/>
            <a:ext cx="10515599" cy="4351199"/>
          </a:xfrm>
          <a:prstGeom prst="rect">
            <a:avLst/>
          </a:prstGeom>
          <a:noFill/>
          <a:ln>
            <a:noFill/>
          </a:ln>
        </p:spPr>
        <p:txBody>
          <a:bodyPr anchorCtr="0" anchor="t" bIns="121900" lIns="121900" rIns="121900" tIns="121900">
            <a:noAutofit/>
          </a:bodyPr>
          <a:lstStyle/>
          <a:p>
            <a:pPr indent="-50800" lvl="0" marL="228600" marR="0" rtl="0" algn="l">
              <a:lnSpc>
                <a:spcPct val="90000"/>
              </a:lnSpc>
              <a:spcBef>
                <a:spcPts val="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39" name="Shape 239"/>
        <p:cNvGrpSpPr/>
        <p:nvPr/>
      </p:nvGrpSpPr>
      <p:grpSpPr>
        <a:xfrm>
          <a:off x="0" y="0"/>
          <a:ext cx="0" cy="0"/>
          <a:chOff x="0" y="0"/>
          <a:chExt cx="0" cy="0"/>
        </a:xfrm>
      </p:grpSpPr>
      <p:sp>
        <p:nvSpPr>
          <p:cNvPr id="240" name="Shape 240"/>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Average"/>
                <a:ea typeface="Average"/>
                <a:cs typeface="Average"/>
                <a:sym typeface="Average"/>
              </a:rPr>
              <a:t>Pseudo </a:t>
            </a:r>
            <a:r>
              <a:rPr lang="en-US">
                <a:latin typeface="Average"/>
                <a:ea typeface="Average"/>
                <a:cs typeface="Average"/>
                <a:sym typeface="Average"/>
              </a:rPr>
              <a:t>C</a:t>
            </a:r>
            <a:r>
              <a:rPr b="0" i="0" lang="en-US" sz="4400" u="none" cap="none" strike="noStrike">
                <a:solidFill>
                  <a:schemeClr val="dk1"/>
                </a:solidFill>
                <a:latin typeface="Average"/>
                <a:ea typeface="Average"/>
                <a:cs typeface="Average"/>
                <a:sym typeface="Average"/>
              </a:rPr>
              <a:t>ode</a:t>
            </a:r>
          </a:p>
        </p:txBody>
      </p:sp>
      <p:sp>
        <p:nvSpPr>
          <p:cNvPr id="241" name="Shape 241"/>
          <p:cNvSpPr txBox="1"/>
          <p:nvPr>
            <p:ph idx="1" type="body"/>
          </p:nvPr>
        </p:nvSpPr>
        <p:spPr>
          <a:xfrm>
            <a:off x="677777" y="1392487"/>
            <a:ext cx="10515599" cy="4351199"/>
          </a:xfrm>
          <a:prstGeom prst="rect">
            <a:avLst/>
          </a:prstGeom>
          <a:noFill/>
          <a:ln>
            <a:noFill/>
          </a:ln>
        </p:spPr>
        <p:txBody>
          <a:bodyPr anchorCtr="0" anchor="t" bIns="121900" lIns="121900" rIns="121900" tIns="121900">
            <a:noAutofit/>
          </a:bodyPr>
          <a:lstStyle/>
          <a:p>
            <a:pPr indent="-50800" lvl="0" marL="228600" marR="0" rtl="0" algn="l">
              <a:lnSpc>
                <a:spcPct val="100000"/>
              </a:lnSpc>
              <a:spcBef>
                <a:spcPts val="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Load Application</a:t>
            </a:r>
          </a:p>
          <a:p>
            <a:pPr indent="-50800" lvl="0" marL="228600" marR="0" rtl="0" algn="l">
              <a:lnSpc>
                <a:spcPct val="100000"/>
              </a:lnSpc>
              <a:spcBef>
                <a:spcPts val="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Player Setup and Difficulty</a:t>
            </a:r>
          </a:p>
          <a:p>
            <a:pPr indent="-50800" lvl="0" marL="228600" marR="0" rtl="0" algn="l">
              <a:lnSpc>
                <a:spcPct val="100000"/>
              </a:lnSpc>
              <a:spcBef>
                <a:spcPts val="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Start Game</a:t>
            </a:r>
          </a:p>
          <a:p>
            <a:pPr indent="-50800" lvl="0" marL="228600" marR="0" rtl="0" algn="l">
              <a:lnSpc>
                <a:spcPct val="100000"/>
              </a:lnSpc>
              <a:spcBef>
                <a:spcPts val="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Player 1 and Player 2/Computer make moves</a:t>
            </a:r>
          </a:p>
          <a:p>
            <a:pPr indent="-50800" lvl="0" marL="228600" marR="0" rtl="0" algn="l">
              <a:lnSpc>
                <a:spcPct val="100000"/>
              </a:lnSpc>
              <a:spcBef>
                <a:spcPts val="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After every move, check possible win conditions</a:t>
            </a:r>
          </a:p>
          <a:p>
            <a:pPr indent="-50800" lvl="0" marL="228600" marR="0" rtl="0" algn="l">
              <a:lnSpc>
                <a:spcPct val="100000"/>
              </a:lnSpc>
              <a:spcBef>
                <a:spcPts val="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If the no winning combination is found, game continues till winner is found</a:t>
            </a:r>
          </a:p>
          <a:p>
            <a:pPr indent="-50800" lvl="0" marL="228600" marR="0" rtl="0" algn="l">
              <a:lnSpc>
                <a:spcPct val="100000"/>
              </a:lnSpc>
              <a:spcBef>
                <a:spcPts val="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Game ends when a winner is found</a:t>
            </a:r>
          </a:p>
          <a:p>
            <a:pPr indent="-50800" lvl="0" marL="228600" marR="0" rtl="0" algn="l">
              <a:lnSpc>
                <a:spcPct val="100000"/>
              </a:lnSpc>
              <a:spcBef>
                <a:spcPts val="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Game ends when tie or all spaces are populated and no win condition</a:t>
            </a:r>
          </a:p>
          <a:p>
            <a:pPr indent="-50800" lvl="0" marL="228600" marR="0" rtl="0" algn="l">
              <a:lnSpc>
                <a:spcPct val="100000"/>
              </a:lnSpc>
              <a:spcBef>
                <a:spcPts val="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Display game result</a:t>
            </a:r>
          </a:p>
          <a:p>
            <a:pPr indent="-50800" lvl="0" marL="228600" marR="0" rtl="0" algn="l">
              <a:lnSpc>
                <a:spcPct val="100000"/>
              </a:lnSpc>
              <a:spcBef>
                <a:spcPts val="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Save results to database</a:t>
            </a:r>
          </a:p>
          <a:p>
            <a:pPr indent="-50800" lvl="0" marL="228600" marR="0" rtl="0" algn="l">
              <a:lnSpc>
                <a:spcPct val="100000"/>
              </a:lnSpc>
              <a:spcBef>
                <a:spcPts val="0"/>
              </a:spcBef>
              <a:spcAft>
                <a:spcPts val="0"/>
              </a:spcAft>
              <a:buClr>
                <a:schemeClr val="dk1"/>
              </a:buClr>
              <a:buSzPct val="100000"/>
              <a:buFont typeface="Arial"/>
              <a:buChar char="•"/>
            </a:pPr>
            <a:r>
              <a:rPr b="0" i="0" lang="en-US" sz="2000" u="none" cap="none" strike="noStrike">
                <a:solidFill>
                  <a:schemeClr val="dk1"/>
                </a:solidFill>
                <a:latin typeface="Calibri"/>
                <a:ea typeface="Calibri"/>
                <a:cs typeface="Calibri"/>
                <a:sym typeface="Calibri"/>
              </a:rPr>
              <a:t>Return back to main menu or reset game with same settings</a:t>
            </a:r>
          </a:p>
          <a:p>
            <a:pPr indent="-50800" lvl="0" marL="228600" marR="0" rtl="0" algn="l">
              <a:lnSpc>
                <a:spcPct val="100000"/>
              </a:lnSpc>
              <a:spcBef>
                <a:spcPts val="100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45" name="Shape 245"/>
        <p:cNvGrpSpPr/>
        <p:nvPr/>
      </p:nvGrpSpPr>
      <p:grpSpPr>
        <a:xfrm>
          <a:off x="0" y="0"/>
          <a:ext cx="0" cy="0"/>
          <a:chOff x="0" y="0"/>
          <a:chExt cx="0" cy="0"/>
        </a:xfrm>
      </p:grpSpPr>
      <p:sp>
        <p:nvSpPr>
          <p:cNvPr id="246" name="Shape 246"/>
          <p:cNvSpPr txBox="1"/>
          <p:nvPr>
            <p:ph type="title"/>
          </p:nvPr>
        </p:nvSpPr>
        <p:spPr>
          <a:xfrm>
            <a:off x="882300" y="3009900"/>
            <a:ext cx="10469700" cy="1041400"/>
          </a:xfrm>
          <a:prstGeom prst="rect">
            <a:avLst/>
          </a:prstGeom>
          <a:noFill/>
          <a:ln>
            <a:noFill/>
          </a:ln>
        </p:spPr>
        <p:txBody>
          <a:bodyPr anchorCtr="0" anchor="ctr" bIns="121900" lIns="121900" rIns="121900" tIns="121900">
            <a:noAutofit/>
          </a:bodyPr>
          <a:lstStyle/>
          <a:p>
            <a:pPr indent="0" lvl="0" marL="0" marR="0" rtl="0" algn="ctr">
              <a:lnSpc>
                <a:spcPct val="100000"/>
              </a:lnSpc>
              <a:spcBef>
                <a:spcPts val="0"/>
              </a:spcBef>
              <a:spcAft>
                <a:spcPts val="0"/>
              </a:spcAft>
              <a:buClr>
                <a:srgbClr val="000000"/>
              </a:buClr>
              <a:buSzPct val="25000"/>
              <a:buFont typeface="Oswald"/>
              <a:buNone/>
            </a:pPr>
            <a:r>
              <a:rPr b="1" i="0" lang="en-US" sz="4800" u="none" cap="none" strike="noStrike">
                <a:solidFill>
                  <a:schemeClr val="dk1"/>
                </a:solidFill>
                <a:latin typeface="Oswald"/>
                <a:ea typeface="Oswald"/>
                <a:cs typeface="Oswald"/>
                <a:sym typeface="Oswald"/>
              </a:rPr>
              <a:t>Test Plan</a:t>
            </a:r>
            <a:br>
              <a:rPr b="1" i="0" lang="en-US" sz="4800" u="none" cap="none" strike="noStrike">
                <a:solidFill>
                  <a:schemeClr val="dk1"/>
                </a:solidFill>
                <a:latin typeface="Oswald"/>
                <a:ea typeface="Oswald"/>
                <a:cs typeface="Oswald"/>
                <a:sym typeface="Oswald"/>
              </a:rPr>
            </a:br>
            <a:r>
              <a:rPr b="1" i="0" lang="en-US" sz="1200" u="none" cap="none" strike="sngStrike">
                <a:solidFill>
                  <a:srgbClr val="FF9900"/>
                </a:solidFill>
                <a:latin typeface="Average"/>
                <a:ea typeface="Average"/>
                <a:cs typeface="Average"/>
                <a:sym typeface="Average"/>
              </a:rPr>
              <a:t>x x x x</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50" name="Shape 250"/>
        <p:cNvGrpSpPr/>
        <p:nvPr/>
      </p:nvGrpSpPr>
      <p:grpSpPr>
        <a:xfrm>
          <a:off x="0" y="0"/>
          <a:ext cx="0" cy="0"/>
          <a:chOff x="0" y="0"/>
          <a:chExt cx="0" cy="0"/>
        </a:xfrm>
      </p:grpSpPr>
      <p:sp>
        <p:nvSpPr>
          <p:cNvPr id="251" name="Shape 251"/>
          <p:cNvSpPr txBox="1"/>
          <p:nvPr>
            <p:ph type="title"/>
          </p:nvPr>
        </p:nvSpPr>
        <p:spPr>
          <a:xfrm>
            <a:off x="838200" y="365125"/>
            <a:ext cx="10515599" cy="1325700"/>
          </a:xfrm>
          <a:prstGeom prst="rect">
            <a:avLst/>
          </a:prstGeom>
          <a:noFill/>
          <a:ln>
            <a:noFill/>
          </a:ln>
        </p:spPr>
        <p:txBody>
          <a:bodyPr anchorCtr="0" anchor="ctr" bIns="121900" lIns="121900" rIns="121900" tIns="121900">
            <a:noAutofit/>
          </a:bodyPr>
          <a:lstStyle/>
          <a:p>
            <a:pPr indent="0" lvl="0" marL="0" marR="0" rtl="0" algn="l">
              <a:lnSpc>
                <a:spcPct val="90000"/>
              </a:lnSpc>
              <a:spcBef>
                <a:spcPts val="0"/>
              </a:spcBef>
              <a:spcAft>
                <a:spcPts val="0"/>
              </a:spcAft>
              <a:buClr>
                <a:schemeClr val="dk1"/>
              </a:buClr>
              <a:buSzPct val="25000"/>
              <a:buFont typeface="Calibri"/>
              <a:buNone/>
            </a:pPr>
            <a:r>
              <a:rPr b="0" i="0" lang="en-US" sz="4400" u="none" cap="none" strike="noStrike">
                <a:solidFill>
                  <a:schemeClr val="dk1"/>
                </a:solidFill>
                <a:latin typeface="Calibri"/>
                <a:ea typeface="Calibri"/>
                <a:cs typeface="Calibri"/>
                <a:sym typeface="Calibri"/>
              </a:rPr>
              <a:t>Test Plan</a:t>
            </a:r>
          </a:p>
        </p:txBody>
      </p:sp>
      <p:sp>
        <p:nvSpPr>
          <p:cNvPr id="252" name="Shape 252"/>
          <p:cNvSpPr txBox="1"/>
          <p:nvPr>
            <p:ph idx="1" type="body"/>
          </p:nvPr>
        </p:nvSpPr>
        <p:spPr>
          <a:xfrm>
            <a:off x="838200" y="1825625"/>
            <a:ext cx="10515599" cy="4351199"/>
          </a:xfrm>
          <a:prstGeom prst="rect">
            <a:avLst/>
          </a:prstGeom>
          <a:noFill/>
          <a:ln>
            <a:noFill/>
          </a:ln>
        </p:spPr>
        <p:txBody>
          <a:bodyPr anchorCtr="0" anchor="t" bIns="121900" lIns="121900" rIns="121900" tIns="121900">
            <a:noAutofit/>
          </a:bodyPr>
          <a:lstStyle/>
          <a:p>
            <a:pPr indent="-50800" lvl="0" marL="228600" marR="0" rtl="0" algn="l">
              <a:lnSpc>
                <a:spcPct val="90000"/>
              </a:lnSpc>
              <a:spcBef>
                <a:spcPts val="0"/>
              </a:spcBef>
              <a:spcAft>
                <a:spcPts val="0"/>
              </a:spcAft>
              <a:buClr>
                <a:schemeClr val="dk1"/>
              </a:buClr>
              <a:buSzPct val="1000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56" name="Shape 256"/>
        <p:cNvGrpSpPr/>
        <p:nvPr/>
      </p:nvGrpSpPr>
      <p:grpSpPr>
        <a:xfrm>
          <a:off x="0" y="0"/>
          <a:ext cx="0" cy="0"/>
          <a:chOff x="0" y="0"/>
          <a:chExt cx="0" cy="0"/>
        </a:xfrm>
      </p:grpSpPr>
      <p:sp>
        <p:nvSpPr>
          <p:cNvPr id="257" name="Shape 257"/>
          <p:cNvSpPr txBox="1"/>
          <p:nvPr>
            <p:ph type="title"/>
          </p:nvPr>
        </p:nvSpPr>
        <p:spPr>
          <a:xfrm>
            <a:off x="882300" y="3009900"/>
            <a:ext cx="10469700" cy="1041400"/>
          </a:xfrm>
          <a:prstGeom prst="rect">
            <a:avLst/>
          </a:prstGeom>
          <a:noFill/>
          <a:ln>
            <a:noFill/>
          </a:ln>
        </p:spPr>
        <p:txBody>
          <a:bodyPr anchorCtr="0" anchor="ctr" bIns="121900" lIns="121900" rIns="121900" tIns="121900">
            <a:noAutofit/>
          </a:bodyPr>
          <a:lstStyle/>
          <a:p>
            <a:pPr indent="0" lvl="0" marL="0" marR="0" rtl="0" algn="ctr">
              <a:lnSpc>
                <a:spcPct val="100000"/>
              </a:lnSpc>
              <a:spcBef>
                <a:spcPts val="0"/>
              </a:spcBef>
              <a:spcAft>
                <a:spcPts val="0"/>
              </a:spcAft>
              <a:buClr>
                <a:srgbClr val="000000"/>
              </a:buClr>
              <a:buSzPct val="25000"/>
              <a:buFont typeface="Oswald"/>
              <a:buNone/>
            </a:pPr>
            <a:r>
              <a:rPr b="1" i="0" lang="en-US" sz="4800" u="none" cap="none" strike="noStrike">
                <a:solidFill>
                  <a:schemeClr val="dk1"/>
                </a:solidFill>
                <a:latin typeface="Oswald"/>
                <a:ea typeface="Oswald"/>
                <a:cs typeface="Oswald"/>
                <a:sym typeface="Oswald"/>
              </a:rPr>
              <a:t>Demo</a:t>
            </a:r>
            <a:br>
              <a:rPr b="1" i="0" lang="en-US" sz="4800" u="none" cap="none" strike="noStrike">
                <a:solidFill>
                  <a:schemeClr val="dk1"/>
                </a:solidFill>
                <a:latin typeface="Oswald"/>
                <a:ea typeface="Oswald"/>
                <a:cs typeface="Oswald"/>
                <a:sym typeface="Oswald"/>
              </a:rPr>
            </a:br>
            <a:r>
              <a:rPr b="1" i="0" lang="en-US" sz="1200" u="none" cap="none" strike="sngStrike">
                <a:solidFill>
                  <a:srgbClr val="FF9900"/>
                </a:solidFill>
                <a:latin typeface="Average"/>
                <a:ea typeface="Average"/>
                <a:cs typeface="Average"/>
                <a:sym typeface="Average"/>
              </a:rPr>
              <a:t>x x x x</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61" name="Shape 261"/>
        <p:cNvGrpSpPr/>
        <p:nvPr/>
      </p:nvGrpSpPr>
      <p:grpSpPr>
        <a:xfrm>
          <a:off x="0" y="0"/>
          <a:ext cx="0" cy="0"/>
          <a:chOff x="0" y="0"/>
          <a:chExt cx="0" cy="0"/>
        </a:xfrm>
      </p:grpSpPr>
      <p:sp>
        <p:nvSpPr>
          <p:cNvPr id="262" name="Shape 262"/>
          <p:cNvSpPr txBox="1"/>
          <p:nvPr>
            <p:ph type="title"/>
          </p:nvPr>
        </p:nvSpPr>
        <p:spPr>
          <a:xfrm>
            <a:off x="882300" y="3009900"/>
            <a:ext cx="10469700" cy="1041400"/>
          </a:xfrm>
          <a:prstGeom prst="rect">
            <a:avLst/>
          </a:prstGeom>
          <a:noFill/>
          <a:ln>
            <a:noFill/>
          </a:ln>
        </p:spPr>
        <p:txBody>
          <a:bodyPr anchorCtr="0" anchor="ctr" bIns="121900" lIns="121900" rIns="121900" tIns="121900">
            <a:noAutofit/>
          </a:bodyPr>
          <a:lstStyle/>
          <a:p>
            <a:pPr indent="0" lvl="0" marL="0" marR="0" rtl="0" algn="ctr">
              <a:lnSpc>
                <a:spcPct val="100000"/>
              </a:lnSpc>
              <a:spcBef>
                <a:spcPts val="0"/>
              </a:spcBef>
              <a:spcAft>
                <a:spcPts val="0"/>
              </a:spcAft>
              <a:buClr>
                <a:srgbClr val="000000"/>
              </a:buClr>
              <a:buSzPct val="25000"/>
              <a:buFont typeface="Oswald"/>
              <a:buNone/>
            </a:pPr>
            <a:r>
              <a:rPr b="1" i="0" lang="en-US" sz="4800" u="none" cap="none" strike="noStrike">
                <a:solidFill>
                  <a:schemeClr val="dk1"/>
                </a:solidFill>
                <a:latin typeface="Oswald"/>
                <a:ea typeface="Oswald"/>
                <a:cs typeface="Oswald"/>
                <a:sym typeface="Oswald"/>
              </a:rPr>
              <a:t>Thank You</a:t>
            </a:r>
            <a:br>
              <a:rPr b="1" i="0" lang="en-US" sz="4800" u="none" cap="none" strike="noStrike">
                <a:solidFill>
                  <a:schemeClr val="dk1"/>
                </a:solidFill>
                <a:latin typeface="Oswald"/>
                <a:ea typeface="Oswald"/>
                <a:cs typeface="Oswald"/>
                <a:sym typeface="Oswald"/>
              </a:rPr>
            </a:br>
            <a:r>
              <a:rPr b="1" i="0" lang="en-US" sz="1200" u="none" cap="none" strike="sngStrike">
                <a:solidFill>
                  <a:srgbClr val="FF9900"/>
                </a:solidFill>
                <a:latin typeface="Average"/>
                <a:ea typeface="Average"/>
                <a:cs typeface="Average"/>
                <a:sym typeface="Average"/>
              </a:rPr>
              <a:t>x x x x</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